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68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782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82515" y="2038095"/>
            <a:ext cx="3426968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18252A"/>
                </a:solidFill>
                <a:latin typeface="Aptos Display"/>
                <a:cs typeface="Aptos Displa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18252A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S.</a:t>
            </a:r>
            <a:r>
              <a:rPr spc="5" dirty="0"/>
              <a:t> </a:t>
            </a:r>
            <a:r>
              <a:rPr dirty="0"/>
              <a:t>B.</a:t>
            </a:r>
            <a:r>
              <a:rPr spc="10" dirty="0"/>
              <a:t> </a:t>
            </a:r>
            <a:r>
              <a:rPr dirty="0"/>
              <a:t>JAIN</a:t>
            </a:r>
            <a:r>
              <a:rPr spc="5" dirty="0"/>
              <a:t> </a:t>
            </a:r>
            <a:r>
              <a:rPr spc="-10" dirty="0"/>
              <a:t>INSTITUTE</a:t>
            </a:r>
            <a:r>
              <a:rPr spc="-1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10" dirty="0"/>
              <a:t>TECHNOLOGY</a:t>
            </a:r>
            <a:r>
              <a:rPr spc="5" dirty="0"/>
              <a:t> </a:t>
            </a:r>
            <a:r>
              <a:rPr spc="-10" dirty="0"/>
              <a:t>MANAGEMENT</a:t>
            </a:r>
            <a:r>
              <a:rPr spc="-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dirty="0"/>
              <a:t>RESEARCH,</a:t>
            </a:r>
            <a:r>
              <a:rPr spc="10" dirty="0"/>
              <a:t> </a:t>
            </a:r>
            <a:r>
              <a:rPr spc="-10" dirty="0"/>
              <a:t>NAGPUR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8252A"/>
                </a:solidFill>
                <a:latin typeface="Aptos Display"/>
                <a:cs typeface="Aptos Displa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18252A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S.</a:t>
            </a:r>
            <a:r>
              <a:rPr spc="5" dirty="0"/>
              <a:t> </a:t>
            </a:r>
            <a:r>
              <a:rPr dirty="0"/>
              <a:t>B.</a:t>
            </a:r>
            <a:r>
              <a:rPr spc="10" dirty="0"/>
              <a:t> </a:t>
            </a:r>
            <a:r>
              <a:rPr dirty="0"/>
              <a:t>JAIN</a:t>
            </a:r>
            <a:r>
              <a:rPr spc="5" dirty="0"/>
              <a:t> </a:t>
            </a:r>
            <a:r>
              <a:rPr spc="-10" dirty="0"/>
              <a:t>INSTITUTE</a:t>
            </a:r>
            <a:r>
              <a:rPr spc="-1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10" dirty="0"/>
              <a:t>TECHNOLOGY</a:t>
            </a:r>
            <a:r>
              <a:rPr spc="5" dirty="0"/>
              <a:t> </a:t>
            </a:r>
            <a:r>
              <a:rPr spc="-10" dirty="0"/>
              <a:t>MANAGEMENT</a:t>
            </a:r>
            <a:r>
              <a:rPr spc="-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dirty="0"/>
              <a:t>RESEARCH,</a:t>
            </a:r>
            <a:r>
              <a:rPr spc="10" dirty="0"/>
              <a:t> </a:t>
            </a:r>
            <a:r>
              <a:rPr spc="-10" dirty="0"/>
              <a:t>NAGPUR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8252A"/>
                </a:solidFill>
                <a:latin typeface="Aptos Display"/>
                <a:cs typeface="Aptos Displa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S.</a:t>
            </a:r>
            <a:r>
              <a:rPr spc="5" dirty="0"/>
              <a:t> </a:t>
            </a:r>
            <a:r>
              <a:rPr dirty="0"/>
              <a:t>B.</a:t>
            </a:r>
            <a:r>
              <a:rPr spc="10" dirty="0"/>
              <a:t> </a:t>
            </a:r>
            <a:r>
              <a:rPr dirty="0"/>
              <a:t>JAIN</a:t>
            </a:r>
            <a:r>
              <a:rPr spc="5" dirty="0"/>
              <a:t> </a:t>
            </a:r>
            <a:r>
              <a:rPr spc="-10" dirty="0"/>
              <a:t>INSTITUTE</a:t>
            </a:r>
            <a:r>
              <a:rPr spc="-1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10" dirty="0"/>
              <a:t>TECHNOLOGY</a:t>
            </a:r>
            <a:r>
              <a:rPr spc="5" dirty="0"/>
              <a:t> </a:t>
            </a:r>
            <a:r>
              <a:rPr spc="-10" dirty="0"/>
              <a:t>MANAGEMENT</a:t>
            </a:r>
            <a:r>
              <a:rPr spc="-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dirty="0"/>
              <a:t>RESEARCH,</a:t>
            </a:r>
            <a:r>
              <a:rPr spc="10" dirty="0"/>
              <a:t> </a:t>
            </a:r>
            <a:r>
              <a:rPr spc="-10" dirty="0"/>
              <a:t>NAGPUR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18252A"/>
                </a:solidFill>
                <a:latin typeface="Aptos Display"/>
                <a:cs typeface="Aptos Displa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S.</a:t>
            </a:r>
            <a:r>
              <a:rPr spc="5" dirty="0"/>
              <a:t> </a:t>
            </a:r>
            <a:r>
              <a:rPr dirty="0"/>
              <a:t>B.</a:t>
            </a:r>
            <a:r>
              <a:rPr spc="10" dirty="0"/>
              <a:t> </a:t>
            </a:r>
            <a:r>
              <a:rPr dirty="0"/>
              <a:t>JAIN</a:t>
            </a:r>
            <a:r>
              <a:rPr spc="5" dirty="0"/>
              <a:t> </a:t>
            </a:r>
            <a:r>
              <a:rPr spc="-10" dirty="0"/>
              <a:t>INSTITUTE</a:t>
            </a:r>
            <a:r>
              <a:rPr spc="-1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10" dirty="0"/>
              <a:t>TECHNOLOGY</a:t>
            </a:r>
            <a:r>
              <a:rPr spc="5" dirty="0"/>
              <a:t> </a:t>
            </a:r>
            <a:r>
              <a:rPr spc="-10" dirty="0"/>
              <a:t>MANAGEMENT</a:t>
            </a:r>
            <a:r>
              <a:rPr spc="-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dirty="0"/>
              <a:t>RESEARCH,</a:t>
            </a:r>
            <a:r>
              <a:rPr spc="10" dirty="0"/>
              <a:t> </a:t>
            </a:r>
            <a:r>
              <a:rPr spc="-10" dirty="0"/>
              <a:t>NAGPUR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S.</a:t>
            </a:r>
            <a:r>
              <a:rPr spc="5" dirty="0"/>
              <a:t> </a:t>
            </a:r>
            <a:r>
              <a:rPr dirty="0"/>
              <a:t>B.</a:t>
            </a:r>
            <a:r>
              <a:rPr spc="10" dirty="0"/>
              <a:t> </a:t>
            </a:r>
            <a:r>
              <a:rPr dirty="0"/>
              <a:t>JAIN</a:t>
            </a:r>
            <a:r>
              <a:rPr spc="5" dirty="0"/>
              <a:t> </a:t>
            </a:r>
            <a:r>
              <a:rPr spc="-10" dirty="0"/>
              <a:t>INSTITUTE</a:t>
            </a:r>
            <a:r>
              <a:rPr spc="-1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10" dirty="0"/>
              <a:t>TECHNOLOGY</a:t>
            </a:r>
            <a:r>
              <a:rPr spc="5" dirty="0"/>
              <a:t> </a:t>
            </a:r>
            <a:r>
              <a:rPr spc="-10" dirty="0"/>
              <a:t>MANAGEMENT</a:t>
            </a:r>
            <a:r>
              <a:rPr spc="-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dirty="0"/>
              <a:t>RESEARCH,</a:t>
            </a:r>
            <a:r>
              <a:rPr spc="10" dirty="0"/>
              <a:t> </a:t>
            </a:r>
            <a:r>
              <a:rPr spc="-10" dirty="0"/>
              <a:t>NAGPUR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3338" y="152316"/>
            <a:ext cx="11920623" cy="660569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6687" y="166687"/>
            <a:ext cx="11858625" cy="6534150"/>
          </a:xfrm>
          <a:custGeom>
            <a:avLst/>
            <a:gdLst/>
            <a:ahLst/>
            <a:cxnLst/>
            <a:rect l="l" t="t" r="r" b="b"/>
            <a:pathLst>
              <a:path w="11858625" h="6534150">
                <a:moveTo>
                  <a:pt x="0" y="6534150"/>
                </a:moveTo>
                <a:lnTo>
                  <a:pt x="11858625" y="6534150"/>
                </a:lnTo>
                <a:lnTo>
                  <a:pt x="11858625" y="0"/>
                </a:lnTo>
                <a:lnTo>
                  <a:pt x="0" y="0"/>
                </a:lnTo>
                <a:lnTo>
                  <a:pt x="0" y="6534150"/>
                </a:lnTo>
                <a:close/>
              </a:path>
            </a:pathLst>
          </a:custGeom>
          <a:ln w="12700">
            <a:solidFill>
              <a:srgbClr val="85AA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5175" y="443865"/>
            <a:ext cx="5420360" cy="449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18252A"/>
                </a:solidFill>
                <a:latin typeface="Aptos Display"/>
                <a:cs typeface="Aptos Display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2335" y="1124775"/>
            <a:ext cx="10132060" cy="37887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18252A"/>
                </a:solidFill>
                <a:latin typeface="Aptos"/>
                <a:cs typeface="Apto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90345"/>
            <a:ext cx="4035425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S.</a:t>
            </a:r>
            <a:r>
              <a:rPr spc="5" dirty="0"/>
              <a:t> </a:t>
            </a:r>
            <a:r>
              <a:rPr dirty="0"/>
              <a:t>B.</a:t>
            </a:r>
            <a:r>
              <a:rPr spc="10" dirty="0"/>
              <a:t> </a:t>
            </a:r>
            <a:r>
              <a:rPr dirty="0"/>
              <a:t>JAIN</a:t>
            </a:r>
            <a:r>
              <a:rPr spc="5" dirty="0"/>
              <a:t> </a:t>
            </a:r>
            <a:r>
              <a:rPr spc="-10" dirty="0"/>
              <a:t>INSTITUTE</a:t>
            </a:r>
            <a:r>
              <a:rPr spc="-1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10" dirty="0"/>
              <a:t>TECHNOLOGY</a:t>
            </a:r>
            <a:r>
              <a:rPr spc="5" dirty="0"/>
              <a:t> </a:t>
            </a:r>
            <a:r>
              <a:rPr spc="-10" dirty="0"/>
              <a:t>MANAGEMENT</a:t>
            </a:r>
            <a:r>
              <a:rPr spc="-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dirty="0"/>
              <a:t>RESEARCH,</a:t>
            </a:r>
            <a:r>
              <a:rPr spc="10" dirty="0"/>
              <a:t> </a:t>
            </a:r>
            <a:r>
              <a:rPr spc="-10" dirty="0"/>
              <a:t>NAGPUR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3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62095" y="816480"/>
            <a:ext cx="4041140" cy="1018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345" marR="5080" indent="-81280">
              <a:lnSpc>
                <a:spcPct val="118400"/>
              </a:lnSpc>
              <a:spcBef>
                <a:spcPts val="95"/>
              </a:spcBef>
            </a:pPr>
            <a:r>
              <a:rPr dirty="0">
                <a:latin typeface="Georgia"/>
                <a:cs typeface="Georgia"/>
              </a:rPr>
              <a:t>Experiential</a:t>
            </a:r>
            <a:r>
              <a:rPr spc="150" dirty="0">
                <a:latin typeface="Georgia"/>
                <a:cs typeface="Georgia"/>
              </a:rPr>
              <a:t> </a:t>
            </a:r>
            <a:r>
              <a:rPr spc="-10" dirty="0">
                <a:latin typeface="Georgia"/>
                <a:cs typeface="Georgia"/>
              </a:rPr>
              <a:t>Learning </a:t>
            </a:r>
            <a:r>
              <a:rPr dirty="0">
                <a:latin typeface="Georgia"/>
                <a:cs typeface="Georgia"/>
              </a:rPr>
              <a:t>Project</a:t>
            </a:r>
            <a:r>
              <a:rPr spc="370" dirty="0">
                <a:latin typeface="Georgia"/>
                <a:cs typeface="Georgia"/>
              </a:rPr>
              <a:t> </a:t>
            </a:r>
            <a:r>
              <a:rPr dirty="0">
                <a:latin typeface="Georgia"/>
                <a:cs typeface="Georgia"/>
              </a:rPr>
              <a:t>Assessment-</a:t>
            </a:r>
            <a:r>
              <a:rPr spc="-50" dirty="0">
                <a:latin typeface="Georgia"/>
                <a:cs typeface="Georgia"/>
              </a:rPr>
              <a:t>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7339" y="1821390"/>
            <a:ext cx="9013825" cy="142113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8890" algn="ctr">
              <a:lnSpc>
                <a:spcPct val="100000"/>
              </a:lnSpc>
              <a:spcBef>
                <a:spcPts val="525"/>
              </a:spcBef>
            </a:pPr>
            <a:r>
              <a:rPr sz="2150" b="1" spc="-25" dirty="0">
                <a:solidFill>
                  <a:srgbClr val="18252A"/>
                </a:solidFill>
                <a:latin typeface="Georgia"/>
                <a:cs typeface="Georgia"/>
              </a:rPr>
              <a:t>on</a:t>
            </a:r>
            <a:endParaRPr sz="215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sz="3000" b="1" dirty="0">
                <a:solidFill>
                  <a:srgbClr val="1F37BD"/>
                </a:solidFill>
                <a:latin typeface="Georgia"/>
                <a:cs typeface="Georgia"/>
              </a:rPr>
              <a:t>“Address</a:t>
            </a:r>
            <a:r>
              <a:rPr sz="3000" b="1" spc="-65" dirty="0">
                <a:solidFill>
                  <a:srgbClr val="1F37BD"/>
                </a:solidFill>
                <a:latin typeface="Georgia"/>
                <a:cs typeface="Georgia"/>
              </a:rPr>
              <a:t> </a:t>
            </a:r>
            <a:r>
              <a:rPr sz="3000" b="1" dirty="0">
                <a:solidFill>
                  <a:srgbClr val="1F37BD"/>
                </a:solidFill>
                <a:latin typeface="Georgia"/>
                <a:cs typeface="Georgia"/>
              </a:rPr>
              <a:t>Book</a:t>
            </a:r>
            <a:r>
              <a:rPr sz="3000" b="1" spc="-50" dirty="0">
                <a:solidFill>
                  <a:srgbClr val="1F37BD"/>
                </a:solidFill>
                <a:latin typeface="Georgia"/>
                <a:cs typeface="Georgia"/>
              </a:rPr>
              <a:t> </a:t>
            </a:r>
            <a:r>
              <a:rPr sz="3000" b="1" dirty="0">
                <a:solidFill>
                  <a:srgbClr val="1F37BD"/>
                </a:solidFill>
                <a:latin typeface="Georgia"/>
                <a:cs typeface="Georgia"/>
              </a:rPr>
              <a:t>in</a:t>
            </a:r>
            <a:r>
              <a:rPr sz="3000" b="1" spc="-75" dirty="0">
                <a:solidFill>
                  <a:srgbClr val="1F37BD"/>
                </a:solidFill>
                <a:latin typeface="Georgia"/>
                <a:cs typeface="Georgia"/>
              </a:rPr>
              <a:t> </a:t>
            </a:r>
            <a:r>
              <a:rPr sz="3000" b="1" spc="-10" dirty="0">
                <a:solidFill>
                  <a:srgbClr val="1F37BD"/>
                </a:solidFill>
                <a:latin typeface="Georgia"/>
                <a:cs typeface="Georgia"/>
              </a:rPr>
              <a:t>Python”</a:t>
            </a:r>
            <a:endParaRPr sz="30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1425"/>
              </a:spcBef>
            </a:pPr>
            <a:r>
              <a:rPr sz="2000" b="1" dirty="0">
                <a:solidFill>
                  <a:srgbClr val="1F37BD"/>
                </a:solidFill>
                <a:latin typeface="Georgia"/>
                <a:cs typeface="Georgia"/>
              </a:rPr>
              <a:t>under the</a:t>
            </a:r>
            <a:r>
              <a:rPr sz="2000" b="1" spc="-25" dirty="0">
                <a:solidFill>
                  <a:srgbClr val="1F37BD"/>
                </a:solidFill>
                <a:latin typeface="Georgia"/>
                <a:cs typeface="Georgia"/>
              </a:rPr>
              <a:t> </a:t>
            </a:r>
            <a:r>
              <a:rPr sz="2000" b="1" dirty="0">
                <a:solidFill>
                  <a:srgbClr val="1F37BD"/>
                </a:solidFill>
                <a:latin typeface="Georgia"/>
                <a:cs typeface="Georgia"/>
              </a:rPr>
              <a:t>course</a:t>
            </a:r>
            <a:r>
              <a:rPr sz="2000" b="1" spc="490" dirty="0">
                <a:solidFill>
                  <a:srgbClr val="1F37BD"/>
                </a:solidFill>
                <a:latin typeface="Georgia"/>
                <a:cs typeface="Georgia"/>
              </a:rPr>
              <a:t> </a:t>
            </a:r>
            <a:r>
              <a:rPr sz="2000" b="1" dirty="0">
                <a:solidFill>
                  <a:srgbClr val="1F37BD"/>
                </a:solidFill>
                <a:latin typeface="Georgia"/>
                <a:cs typeface="Georgia"/>
              </a:rPr>
              <a:t>|</a:t>
            </a:r>
            <a:r>
              <a:rPr sz="2000" b="1" spc="484" dirty="0">
                <a:solidFill>
                  <a:srgbClr val="1F37BD"/>
                </a:solidFill>
                <a:latin typeface="Georgia"/>
                <a:cs typeface="Georgia"/>
              </a:rPr>
              <a:t> </a:t>
            </a:r>
            <a:r>
              <a:rPr sz="2000" b="1" dirty="0">
                <a:solidFill>
                  <a:srgbClr val="1F37BD"/>
                </a:solidFill>
                <a:latin typeface="Georgia"/>
                <a:cs typeface="Georgia"/>
              </a:rPr>
              <a:t>Python</a:t>
            </a:r>
            <a:r>
              <a:rPr sz="2000" b="1" spc="-45" dirty="0">
                <a:solidFill>
                  <a:srgbClr val="1F37BD"/>
                </a:solidFill>
                <a:latin typeface="Georgia"/>
                <a:cs typeface="Georgia"/>
              </a:rPr>
              <a:t> </a:t>
            </a:r>
            <a:r>
              <a:rPr sz="2000" b="1" dirty="0">
                <a:solidFill>
                  <a:srgbClr val="1F37BD"/>
                </a:solidFill>
                <a:latin typeface="Georgia"/>
                <a:cs typeface="Georgia"/>
              </a:rPr>
              <a:t>Programming</a:t>
            </a:r>
            <a:r>
              <a:rPr sz="2000" b="1" spc="-35" dirty="0">
                <a:solidFill>
                  <a:srgbClr val="1F37BD"/>
                </a:solidFill>
                <a:latin typeface="Georgia"/>
                <a:cs typeface="Georgia"/>
              </a:rPr>
              <a:t> </a:t>
            </a:r>
            <a:r>
              <a:rPr sz="2000" b="1" dirty="0">
                <a:solidFill>
                  <a:srgbClr val="1F37BD"/>
                </a:solidFill>
                <a:latin typeface="Georgia"/>
                <a:cs typeface="Georgia"/>
              </a:rPr>
              <a:t>Language</a:t>
            </a:r>
            <a:r>
              <a:rPr sz="2000" b="1" spc="-25" dirty="0">
                <a:solidFill>
                  <a:srgbClr val="1F37BD"/>
                </a:solidFill>
                <a:latin typeface="Georgia"/>
                <a:cs typeface="Georgia"/>
              </a:rPr>
              <a:t> </a:t>
            </a:r>
            <a:r>
              <a:rPr sz="2000" b="1" spc="-35" dirty="0">
                <a:solidFill>
                  <a:srgbClr val="1F37BD"/>
                </a:solidFill>
                <a:latin typeface="Georgia"/>
                <a:cs typeface="Georgia"/>
              </a:rPr>
              <a:t>(N-</a:t>
            </a:r>
            <a:r>
              <a:rPr sz="2000" b="1" spc="-10" dirty="0">
                <a:solidFill>
                  <a:srgbClr val="1F37BD"/>
                </a:solidFill>
                <a:latin typeface="Georgia"/>
                <a:cs typeface="Georgia"/>
              </a:rPr>
              <a:t>PCCCM304P)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775" y="3731831"/>
            <a:ext cx="1495425" cy="101981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65"/>
              </a:spcBef>
            </a:pPr>
            <a:r>
              <a:rPr sz="1700" b="1" dirty="0">
                <a:solidFill>
                  <a:srgbClr val="18252A"/>
                </a:solidFill>
                <a:latin typeface="Georgia"/>
                <a:cs typeface="Georgia"/>
              </a:rPr>
              <a:t>Presented</a:t>
            </a:r>
            <a:r>
              <a:rPr sz="1700" b="1" spc="-5" dirty="0">
                <a:solidFill>
                  <a:srgbClr val="18252A"/>
                </a:solidFill>
                <a:latin typeface="Georgia"/>
                <a:cs typeface="Georgia"/>
              </a:rPr>
              <a:t> </a:t>
            </a:r>
            <a:r>
              <a:rPr sz="1700" b="1" spc="-25" dirty="0">
                <a:solidFill>
                  <a:srgbClr val="18252A"/>
                </a:solidFill>
                <a:latin typeface="Georgia"/>
                <a:cs typeface="Georgia"/>
              </a:rPr>
              <a:t>By </a:t>
            </a:r>
            <a:r>
              <a:rPr sz="1550" b="1" spc="-10" dirty="0">
                <a:solidFill>
                  <a:srgbClr val="18252A"/>
                </a:solidFill>
                <a:latin typeface="Georgia"/>
                <a:cs typeface="Georgia"/>
              </a:rPr>
              <a:t>BRIJESH YOGESH THAKUR</a:t>
            </a:r>
            <a:endParaRPr sz="1550">
              <a:latin typeface="Georgia"/>
              <a:cs typeface="Georgia"/>
            </a:endParaRPr>
          </a:p>
        </p:txBody>
      </p:sp>
      <p:pic>
        <p:nvPicPr>
          <p:cNvPr id="4" name="object 4" descr="img_0_0.jpe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4025" y="3705225"/>
            <a:ext cx="1143000" cy="13239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131809" y="3731831"/>
            <a:ext cx="2529840" cy="5334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dirty="0">
                <a:solidFill>
                  <a:srgbClr val="18252A"/>
                </a:solidFill>
                <a:latin typeface="Georgia"/>
                <a:cs typeface="Georgia"/>
              </a:rPr>
              <a:t>Under</a:t>
            </a:r>
            <a:r>
              <a:rPr sz="1700" b="1" spc="-65" dirty="0">
                <a:solidFill>
                  <a:srgbClr val="18252A"/>
                </a:solidFill>
                <a:latin typeface="Georgia"/>
                <a:cs typeface="Georgia"/>
              </a:rPr>
              <a:t> </a:t>
            </a:r>
            <a:r>
              <a:rPr sz="1700" b="1" dirty="0">
                <a:solidFill>
                  <a:srgbClr val="18252A"/>
                </a:solidFill>
                <a:latin typeface="Georgia"/>
                <a:cs typeface="Georgia"/>
              </a:rPr>
              <a:t>the</a:t>
            </a:r>
            <a:r>
              <a:rPr sz="1700" b="1" spc="-75" dirty="0">
                <a:solidFill>
                  <a:srgbClr val="18252A"/>
                </a:solidFill>
                <a:latin typeface="Georgia"/>
                <a:cs typeface="Georgia"/>
              </a:rPr>
              <a:t> </a:t>
            </a:r>
            <a:r>
              <a:rPr sz="1700" b="1" dirty="0">
                <a:solidFill>
                  <a:srgbClr val="18252A"/>
                </a:solidFill>
                <a:latin typeface="Georgia"/>
                <a:cs typeface="Georgia"/>
              </a:rPr>
              <a:t>Guidance </a:t>
            </a:r>
            <a:r>
              <a:rPr sz="1700" b="1" spc="-25" dirty="0">
                <a:solidFill>
                  <a:srgbClr val="18252A"/>
                </a:solidFill>
                <a:latin typeface="Georgia"/>
                <a:cs typeface="Georgia"/>
              </a:rPr>
              <a:t>of</a:t>
            </a:r>
            <a:endParaRPr sz="17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550" b="1" dirty="0">
                <a:solidFill>
                  <a:srgbClr val="18252A"/>
                </a:solidFill>
                <a:latin typeface="Georgia"/>
                <a:cs typeface="Georgia"/>
              </a:rPr>
              <a:t>Mrs.</a:t>
            </a:r>
            <a:r>
              <a:rPr sz="1550" b="1" spc="160" dirty="0">
                <a:solidFill>
                  <a:srgbClr val="18252A"/>
                </a:solidFill>
                <a:latin typeface="Georgia"/>
                <a:cs typeface="Georgia"/>
              </a:rPr>
              <a:t> </a:t>
            </a:r>
            <a:r>
              <a:rPr sz="1550" b="1" dirty="0">
                <a:solidFill>
                  <a:srgbClr val="18252A"/>
                </a:solidFill>
                <a:latin typeface="Georgia"/>
                <a:cs typeface="Georgia"/>
              </a:rPr>
              <a:t>Mayuri</a:t>
            </a:r>
            <a:r>
              <a:rPr sz="1550" b="1" spc="120" dirty="0">
                <a:solidFill>
                  <a:srgbClr val="18252A"/>
                </a:solidFill>
                <a:latin typeface="Georgia"/>
                <a:cs typeface="Georgia"/>
              </a:rPr>
              <a:t> </a:t>
            </a:r>
            <a:r>
              <a:rPr sz="1550" b="1" spc="-10" dirty="0">
                <a:solidFill>
                  <a:srgbClr val="18252A"/>
                </a:solidFill>
                <a:latin typeface="Georgia"/>
                <a:cs typeface="Georgia"/>
              </a:rPr>
              <a:t>Getme</a:t>
            </a:r>
            <a:endParaRPr sz="155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77870" y="5288597"/>
            <a:ext cx="66090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8252A"/>
                </a:solidFill>
                <a:latin typeface="Georgia"/>
                <a:cs typeface="Georgia"/>
              </a:rPr>
              <a:t>Session:</a:t>
            </a:r>
            <a:r>
              <a:rPr sz="1800" b="1" spc="-40" dirty="0">
                <a:solidFill>
                  <a:srgbClr val="18252A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18252A"/>
                </a:solidFill>
                <a:latin typeface="Georgia"/>
                <a:cs typeface="Georgia"/>
              </a:rPr>
              <a:t>2026–27</a:t>
            </a:r>
            <a:r>
              <a:rPr sz="1800" b="1" spc="-10" dirty="0">
                <a:solidFill>
                  <a:srgbClr val="18252A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18252A"/>
                </a:solidFill>
                <a:latin typeface="Georgia"/>
                <a:cs typeface="Georgia"/>
              </a:rPr>
              <a:t>(ODD)</a:t>
            </a:r>
            <a:r>
              <a:rPr sz="1800" b="1" spc="385" dirty="0">
                <a:solidFill>
                  <a:srgbClr val="18252A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18252A"/>
                </a:solidFill>
                <a:latin typeface="Georgia"/>
                <a:cs typeface="Georgia"/>
              </a:rPr>
              <a:t>|</a:t>
            </a:r>
            <a:r>
              <a:rPr sz="1800" b="1" spc="409" dirty="0">
                <a:solidFill>
                  <a:srgbClr val="18252A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18252A"/>
                </a:solidFill>
                <a:latin typeface="Georgia"/>
                <a:cs typeface="Georgia"/>
              </a:rPr>
              <a:t>Department</a:t>
            </a:r>
            <a:r>
              <a:rPr sz="1800" b="1" spc="-25" dirty="0">
                <a:solidFill>
                  <a:srgbClr val="18252A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18252A"/>
                </a:solidFill>
                <a:latin typeface="Georgia"/>
                <a:cs typeface="Georgia"/>
              </a:rPr>
              <a:t>of</a:t>
            </a:r>
            <a:r>
              <a:rPr sz="1800" b="1" spc="-10" dirty="0">
                <a:solidFill>
                  <a:srgbClr val="18252A"/>
                </a:solidFill>
                <a:latin typeface="Georgia"/>
                <a:cs typeface="Georgia"/>
              </a:rPr>
              <a:t> </a:t>
            </a:r>
            <a:r>
              <a:rPr sz="1800" b="1" dirty="0">
                <a:solidFill>
                  <a:srgbClr val="18252A"/>
                </a:solidFill>
                <a:latin typeface="Georgia"/>
                <a:cs typeface="Georgia"/>
              </a:rPr>
              <a:t>CSE</a:t>
            </a:r>
            <a:r>
              <a:rPr sz="1800" b="1" spc="-10" dirty="0">
                <a:solidFill>
                  <a:srgbClr val="18252A"/>
                </a:solidFill>
                <a:latin typeface="Georgia"/>
                <a:cs typeface="Georgia"/>
              </a:rPr>
              <a:t> (AI&amp;ML)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Contents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70"/>
              </a:spcBef>
              <a:buChar char="•"/>
              <a:tabLst>
                <a:tab pos="184150" algn="l"/>
              </a:tabLst>
            </a:pPr>
            <a:r>
              <a:rPr dirty="0"/>
              <a:t>Problem</a:t>
            </a:r>
            <a:r>
              <a:rPr spc="-45" dirty="0"/>
              <a:t> </a:t>
            </a:r>
            <a:r>
              <a:rPr spc="-10" dirty="0"/>
              <a:t>statement</a:t>
            </a:r>
          </a:p>
          <a:p>
            <a:pPr marL="184150" indent="-171450">
              <a:lnSpc>
                <a:spcPct val="100000"/>
              </a:lnSpc>
              <a:spcBef>
                <a:spcPts val="980"/>
              </a:spcBef>
              <a:buChar char="•"/>
              <a:tabLst>
                <a:tab pos="184150" algn="l"/>
              </a:tabLst>
            </a:pPr>
            <a:r>
              <a:rPr spc="-10" dirty="0"/>
              <a:t>Objectives</a:t>
            </a:r>
          </a:p>
          <a:p>
            <a:pPr marL="184150" indent="-171450">
              <a:lnSpc>
                <a:spcPct val="100000"/>
              </a:lnSpc>
              <a:spcBef>
                <a:spcPts val="980"/>
              </a:spcBef>
              <a:buChar char="•"/>
              <a:tabLst>
                <a:tab pos="184150" algn="l"/>
              </a:tabLst>
            </a:pPr>
            <a:r>
              <a:rPr spc="-10" dirty="0"/>
              <a:t>Algorithm</a:t>
            </a:r>
          </a:p>
          <a:p>
            <a:pPr marL="184150" indent="-171450">
              <a:lnSpc>
                <a:spcPct val="100000"/>
              </a:lnSpc>
              <a:spcBef>
                <a:spcPts val="1055"/>
              </a:spcBef>
              <a:buChar char="•"/>
              <a:tabLst>
                <a:tab pos="184150" algn="l"/>
              </a:tabLst>
            </a:pPr>
            <a:r>
              <a:rPr spc="-10" dirty="0"/>
              <a:t>Flowchart</a:t>
            </a:r>
            <a:r>
              <a:rPr spc="-20" dirty="0"/>
              <a:t> </a:t>
            </a:r>
            <a:r>
              <a:rPr dirty="0"/>
              <a:t>/</a:t>
            </a:r>
            <a:r>
              <a:rPr spc="35" dirty="0"/>
              <a:t> </a:t>
            </a:r>
            <a:r>
              <a:rPr spc="-10" dirty="0"/>
              <a:t>Pseudocode</a:t>
            </a:r>
          </a:p>
          <a:p>
            <a:pPr marL="184150" indent="-171450">
              <a:lnSpc>
                <a:spcPct val="100000"/>
              </a:lnSpc>
              <a:spcBef>
                <a:spcPts val="980"/>
              </a:spcBef>
              <a:buChar char="•"/>
              <a:tabLst>
                <a:tab pos="184150" algn="l"/>
              </a:tabLst>
            </a:pPr>
            <a:r>
              <a:rPr spc="-10" dirty="0"/>
              <a:t>Understanding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Python </a:t>
            </a:r>
            <a:r>
              <a:rPr spc="-20" dirty="0"/>
              <a:t>logic</a:t>
            </a:r>
          </a:p>
          <a:p>
            <a:pPr marL="12700" marR="5080" indent="171450">
              <a:lnSpc>
                <a:spcPct val="100000"/>
              </a:lnSpc>
              <a:spcBef>
                <a:spcPts val="980"/>
              </a:spcBef>
              <a:buChar char="•"/>
              <a:tabLst>
                <a:tab pos="184150" algn="l"/>
              </a:tabLst>
            </a:pPr>
            <a:r>
              <a:rPr dirty="0"/>
              <a:t>GitHub:</a:t>
            </a:r>
            <a:r>
              <a:rPr spc="-60" dirty="0"/>
              <a:t> </a:t>
            </a:r>
            <a:r>
              <a:rPr dirty="0"/>
              <a:t>account,</a:t>
            </a:r>
            <a:r>
              <a:rPr spc="-55" dirty="0"/>
              <a:t> </a:t>
            </a:r>
            <a:r>
              <a:rPr dirty="0"/>
              <a:t>repository</a:t>
            </a:r>
            <a:r>
              <a:rPr spc="-25" dirty="0"/>
              <a:t> </a:t>
            </a:r>
            <a:r>
              <a:rPr spc="-10" dirty="0"/>
              <a:t>creation,</a:t>
            </a:r>
            <a:r>
              <a:rPr spc="10" dirty="0"/>
              <a:t> </a:t>
            </a:r>
            <a:r>
              <a:rPr dirty="0"/>
              <a:t>code</a:t>
            </a:r>
            <a:r>
              <a:rPr spc="-25" dirty="0"/>
              <a:t> </a:t>
            </a:r>
            <a:r>
              <a:rPr dirty="0"/>
              <a:t>upload,</a:t>
            </a:r>
            <a:r>
              <a:rPr spc="10" dirty="0"/>
              <a:t> </a:t>
            </a:r>
            <a:r>
              <a:rPr spc="-10" dirty="0"/>
              <a:t>meaningful</a:t>
            </a:r>
            <a:r>
              <a:rPr spc="-80" dirty="0"/>
              <a:t> </a:t>
            </a:r>
            <a:r>
              <a:rPr dirty="0"/>
              <a:t>commits,</a:t>
            </a:r>
            <a:r>
              <a:rPr spc="-55" dirty="0"/>
              <a:t> </a:t>
            </a:r>
            <a:r>
              <a:rPr spc="-10" dirty="0"/>
              <a:t>collaboration</a:t>
            </a:r>
            <a:r>
              <a:rPr spc="-5" dirty="0"/>
              <a:t> </a:t>
            </a:r>
            <a:r>
              <a:rPr spc="-25" dirty="0"/>
              <a:t>and </a:t>
            </a:r>
            <a:r>
              <a:rPr dirty="0"/>
              <a:t>individual</a:t>
            </a:r>
            <a:r>
              <a:rPr spc="-70" dirty="0"/>
              <a:t> </a:t>
            </a:r>
            <a:r>
              <a:rPr spc="-10" dirty="0"/>
              <a:t>contribution</a:t>
            </a:r>
          </a:p>
          <a:p>
            <a:pPr marL="184150" indent="-171450">
              <a:lnSpc>
                <a:spcPct val="100000"/>
              </a:lnSpc>
              <a:spcBef>
                <a:spcPts val="1055"/>
              </a:spcBef>
              <a:buChar char="•"/>
              <a:tabLst>
                <a:tab pos="184150" algn="l"/>
              </a:tabLst>
            </a:pPr>
            <a:r>
              <a:rPr dirty="0"/>
              <a:t>Application</a:t>
            </a:r>
            <a:r>
              <a:rPr spc="-10" dirty="0"/>
              <a:t> features:</a:t>
            </a:r>
            <a:r>
              <a:rPr spc="5" dirty="0"/>
              <a:t> </a:t>
            </a:r>
            <a:r>
              <a:rPr dirty="0"/>
              <a:t>add,</a:t>
            </a:r>
            <a:r>
              <a:rPr spc="-60" dirty="0"/>
              <a:t> </a:t>
            </a:r>
            <a:r>
              <a:rPr spc="-20" dirty="0"/>
              <a:t>view,</a:t>
            </a:r>
            <a:r>
              <a:rPr spc="-60" dirty="0"/>
              <a:t> </a:t>
            </a:r>
            <a:r>
              <a:rPr dirty="0"/>
              <a:t>search,</a:t>
            </a:r>
            <a:r>
              <a:rPr spc="10" dirty="0"/>
              <a:t> </a:t>
            </a:r>
            <a:r>
              <a:rPr spc="-10" dirty="0"/>
              <a:t>update</a:t>
            </a:r>
            <a:r>
              <a:rPr spc="-9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delete</a:t>
            </a:r>
            <a:r>
              <a:rPr spc="-25" dirty="0"/>
              <a:t> </a:t>
            </a:r>
            <a:r>
              <a:rPr spc="-10" dirty="0"/>
              <a:t>contacts</a:t>
            </a:r>
          </a:p>
          <a:p>
            <a:pPr marL="184150" indent="-171450">
              <a:lnSpc>
                <a:spcPct val="100000"/>
              </a:lnSpc>
              <a:spcBef>
                <a:spcPts val="980"/>
              </a:spcBef>
              <a:buChar char="•"/>
              <a:tabLst>
                <a:tab pos="184150" algn="l"/>
              </a:tabLst>
            </a:pPr>
            <a:r>
              <a:rPr spc="-10" dirty="0"/>
              <a:t>Permanent</a:t>
            </a:r>
            <a:r>
              <a:rPr spc="-35" dirty="0"/>
              <a:t> </a:t>
            </a:r>
            <a:r>
              <a:rPr spc="-20" dirty="0"/>
              <a:t>storage</a:t>
            </a:r>
            <a:r>
              <a:rPr spc="-75" dirty="0"/>
              <a:t> </a:t>
            </a:r>
            <a:r>
              <a:rPr dirty="0"/>
              <a:t>using</a:t>
            </a:r>
            <a:r>
              <a:rPr spc="10" dirty="0"/>
              <a:t> </a:t>
            </a:r>
            <a:r>
              <a:rPr dirty="0"/>
              <a:t>file handling</a:t>
            </a:r>
            <a:r>
              <a:rPr spc="15" dirty="0"/>
              <a:t> </a:t>
            </a:r>
            <a:r>
              <a:rPr dirty="0"/>
              <a:t>or</a:t>
            </a:r>
            <a:r>
              <a:rPr spc="10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spc="-10" dirty="0"/>
              <a:t>database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4775" y="6381750"/>
            <a:ext cx="11968480" cy="386080"/>
            <a:chOff x="104775" y="6381750"/>
            <a:chExt cx="11968480" cy="3860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775" y="6381750"/>
              <a:ext cx="11968226" cy="3857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1925" y="6419850"/>
              <a:ext cx="11858625" cy="276225"/>
            </a:xfrm>
            <a:custGeom>
              <a:avLst/>
              <a:gdLst/>
              <a:ahLst/>
              <a:cxnLst/>
              <a:rect l="l" t="t" r="r" b="b"/>
              <a:pathLst>
                <a:path w="11858625" h="276225">
                  <a:moveTo>
                    <a:pt x="1185862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11858625" y="276225"/>
                  </a:lnTo>
                  <a:lnTo>
                    <a:pt x="11858625" y="0"/>
                  </a:lnTo>
                  <a:close/>
                </a:path>
              </a:pathLst>
            </a:custGeom>
            <a:solidFill>
              <a:srgbClr val="85AA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S.</a:t>
            </a:r>
            <a:r>
              <a:rPr spc="5" dirty="0"/>
              <a:t> </a:t>
            </a:r>
            <a:r>
              <a:rPr dirty="0"/>
              <a:t>B.</a:t>
            </a:r>
            <a:r>
              <a:rPr spc="10" dirty="0"/>
              <a:t> </a:t>
            </a:r>
            <a:r>
              <a:rPr dirty="0"/>
              <a:t>JAIN</a:t>
            </a:r>
            <a:r>
              <a:rPr spc="5" dirty="0"/>
              <a:t> </a:t>
            </a:r>
            <a:r>
              <a:rPr spc="-10" dirty="0"/>
              <a:t>INSTITUTE</a:t>
            </a:r>
            <a:r>
              <a:rPr spc="-1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10" dirty="0"/>
              <a:t>TECHNOLOGY</a:t>
            </a:r>
            <a:r>
              <a:rPr spc="5" dirty="0"/>
              <a:t> </a:t>
            </a:r>
            <a:r>
              <a:rPr spc="-10" dirty="0"/>
              <a:t>MANAGEMENT</a:t>
            </a:r>
            <a:r>
              <a:rPr spc="-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dirty="0"/>
              <a:t>RESEARCH,</a:t>
            </a:r>
            <a:r>
              <a:rPr spc="10" dirty="0"/>
              <a:t> </a:t>
            </a:r>
            <a:r>
              <a:rPr spc="-10" dirty="0"/>
              <a:t>NAGPUR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1.</a:t>
            </a:r>
            <a:r>
              <a:rPr spc="60" dirty="0"/>
              <a:t> </a:t>
            </a:r>
            <a:r>
              <a:rPr dirty="0"/>
              <a:t>Problem</a:t>
            </a:r>
            <a:r>
              <a:rPr spc="30" dirty="0"/>
              <a:t> </a:t>
            </a:r>
            <a:r>
              <a:rPr spc="-10" dirty="0"/>
              <a:t>Statement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66750" y="1190561"/>
            <a:ext cx="5520055" cy="4510405"/>
            <a:chOff x="666750" y="1190561"/>
            <a:chExt cx="5520055" cy="451040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50" y="1190561"/>
              <a:ext cx="5519801" cy="451015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33425" y="1238250"/>
              <a:ext cx="5391150" cy="4381500"/>
            </a:xfrm>
            <a:custGeom>
              <a:avLst/>
              <a:gdLst/>
              <a:ahLst/>
              <a:cxnLst/>
              <a:rect l="l" t="t" r="r" b="b"/>
              <a:pathLst>
                <a:path w="5391150" h="4381500">
                  <a:moveTo>
                    <a:pt x="4660900" y="0"/>
                  </a:moveTo>
                  <a:lnTo>
                    <a:pt x="730250" y="0"/>
                  </a:lnTo>
                  <a:lnTo>
                    <a:pt x="682236" y="1553"/>
                  </a:lnTo>
                  <a:lnTo>
                    <a:pt x="635051" y="6148"/>
                  </a:lnTo>
                  <a:lnTo>
                    <a:pt x="588793" y="13689"/>
                  </a:lnTo>
                  <a:lnTo>
                    <a:pt x="543555" y="24079"/>
                  </a:lnTo>
                  <a:lnTo>
                    <a:pt x="499436" y="37224"/>
                  </a:lnTo>
                  <a:lnTo>
                    <a:pt x="456531" y="53025"/>
                  </a:lnTo>
                  <a:lnTo>
                    <a:pt x="414936" y="71388"/>
                  </a:lnTo>
                  <a:lnTo>
                    <a:pt x="374747" y="92216"/>
                  </a:lnTo>
                  <a:lnTo>
                    <a:pt x="336062" y="115413"/>
                  </a:lnTo>
                  <a:lnTo>
                    <a:pt x="298975" y="140882"/>
                  </a:lnTo>
                  <a:lnTo>
                    <a:pt x="263584" y="168528"/>
                  </a:lnTo>
                  <a:lnTo>
                    <a:pt x="229985" y="198254"/>
                  </a:lnTo>
                  <a:lnTo>
                    <a:pt x="198273" y="229965"/>
                  </a:lnTo>
                  <a:lnTo>
                    <a:pt x="168545" y="263563"/>
                  </a:lnTo>
                  <a:lnTo>
                    <a:pt x="140897" y="298953"/>
                  </a:lnTo>
                  <a:lnTo>
                    <a:pt x="115425" y="336039"/>
                  </a:lnTo>
                  <a:lnTo>
                    <a:pt x="92227" y="374725"/>
                  </a:lnTo>
                  <a:lnTo>
                    <a:pt x="71397" y="414914"/>
                  </a:lnTo>
                  <a:lnTo>
                    <a:pt x="53032" y="456509"/>
                  </a:lnTo>
                  <a:lnTo>
                    <a:pt x="37229" y="499416"/>
                  </a:lnTo>
                  <a:lnTo>
                    <a:pt x="24083" y="543538"/>
                  </a:lnTo>
                  <a:lnTo>
                    <a:pt x="13691" y="588778"/>
                  </a:lnTo>
                  <a:lnTo>
                    <a:pt x="6149" y="635041"/>
                  </a:lnTo>
                  <a:lnTo>
                    <a:pt x="1553" y="682230"/>
                  </a:lnTo>
                  <a:lnTo>
                    <a:pt x="0" y="730250"/>
                  </a:lnTo>
                  <a:lnTo>
                    <a:pt x="0" y="3651250"/>
                  </a:lnTo>
                  <a:lnTo>
                    <a:pt x="1553" y="3699269"/>
                  </a:lnTo>
                  <a:lnTo>
                    <a:pt x="6149" y="3746458"/>
                  </a:lnTo>
                  <a:lnTo>
                    <a:pt x="13691" y="3792721"/>
                  </a:lnTo>
                  <a:lnTo>
                    <a:pt x="24083" y="3837961"/>
                  </a:lnTo>
                  <a:lnTo>
                    <a:pt x="37229" y="3882083"/>
                  </a:lnTo>
                  <a:lnTo>
                    <a:pt x="53032" y="3924990"/>
                  </a:lnTo>
                  <a:lnTo>
                    <a:pt x="71397" y="3966585"/>
                  </a:lnTo>
                  <a:lnTo>
                    <a:pt x="92227" y="4006774"/>
                  </a:lnTo>
                  <a:lnTo>
                    <a:pt x="115425" y="4045460"/>
                  </a:lnTo>
                  <a:lnTo>
                    <a:pt x="140897" y="4082546"/>
                  </a:lnTo>
                  <a:lnTo>
                    <a:pt x="168545" y="4117936"/>
                  </a:lnTo>
                  <a:lnTo>
                    <a:pt x="198273" y="4151534"/>
                  </a:lnTo>
                  <a:lnTo>
                    <a:pt x="229985" y="4183245"/>
                  </a:lnTo>
                  <a:lnTo>
                    <a:pt x="263584" y="4212971"/>
                  </a:lnTo>
                  <a:lnTo>
                    <a:pt x="298975" y="4240617"/>
                  </a:lnTo>
                  <a:lnTo>
                    <a:pt x="336062" y="4266086"/>
                  </a:lnTo>
                  <a:lnTo>
                    <a:pt x="374747" y="4289283"/>
                  </a:lnTo>
                  <a:lnTo>
                    <a:pt x="414936" y="4310111"/>
                  </a:lnTo>
                  <a:lnTo>
                    <a:pt x="456531" y="4328474"/>
                  </a:lnTo>
                  <a:lnTo>
                    <a:pt x="499436" y="4344275"/>
                  </a:lnTo>
                  <a:lnTo>
                    <a:pt x="543555" y="4357420"/>
                  </a:lnTo>
                  <a:lnTo>
                    <a:pt x="588793" y="4367810"/>
                  </a:lnTo>
                  <a:lnTo>
                    <a:pt x="635051" y="4375351"/>
                  </a:lnTo>
                  <a:lnTo>
                    <a:pt x="682236" y="4379946"/>
                  </a:lnTo>
                  <a:lnTo>
                    <a:pt x="730250" y="4381500"/>
                  </a:lnTo>
                  <a:lnTo>
                    <a:pt x="4660900" y="4381500"/>
                  </a:lnTo>
                  <a:lnTo>
                    <a:pt x="4708919" y="4379946"/>
                  </a:lnTo>
                  <a:lnTo>
                    <a:pt x="4756108" y="4375351"/>
                  </a:lnTo>
                  <a:lnTo>
                    <a:pt x="4802371" y="4367810"/>
                  </a:lnTo>
                  <a:lnTo>
                    <a:pt x="4847611" y="4357420"/>
                  </a:lnTo>
                  <a:lnTo>
                    <a:pt x="4891733" y="4344275"/>
                  </a:lnTo>
                  <a:lnTo>
                    <a:pt x="4934640" y="4328474"/>
                  </a:lnTo>
                  <a:lnTo>
                    <a:pt x="4976235" y="4310111"/>
                  </a:lnTo>
                  <a:lnTo>
                    <a:pt x="5016424" y="4289283"/>
                  </a:lnTo>
                  <a:lnTo>
                    <a:pt x="5055110" y="4266086"/>
                  </a:lnTo>
                  <a:lnTo>
                    <a:pt x="5092196" y="4240617"/>
                  </a:lnTo>
                  <a:lnTo>
                    <a:pt x="5127586" y="4212971"/>
                  </a:lnTo>
                  <a:lnTo>
                    <a:pt x="5161184" y="4183245"/>
                  </a:lnTo>
                  <a:lnTo>
                    <a:pt x="5192895" y="4151534"/>
                  </a:lnTo>
                  <a:lnTo>
                    <a:pt x="5222621" y="4117936"/>
                  </a:lnTo>
                  <a:lnTo>
                    <a:pt x="5250267" y="4082546"/>
                  </a:lnTo>
                  <a:lnTo>
                    <a:pt x="5275736" y="4045460"/>
                  </a:lnTo>
                  <a:lnTo>
                    <a:pt x="5298933" y="4006774"/>
                  </a:lnTo>
                  <a:lnTo>
                    <a:pt x="5319761" y="3966585"/>
                  </a:lnTo>
                  <a:lnTo>
                    <a:pt x="5338124" y="3924990"/>
                  </a:lnTo>
                  <a:lnTo>
                    <a:pt x="5353925" y="3882083"/>
                  </a:lnTo>
                  <a:lnTo>
                    <a:pt x="5367070" y="3837961"/>
                  </a:lnTo>
                  <a:lnTo>
                    <a:pt x="5377460" y="3792721"/>
                  </a:lnTo>
                  <a:lnTo>
                    <a:pt x="5385001" y="3746458"/>
                  </a:lnTo>
                  <a:lnTo>
                    <a:pt x="5389596" y="3699269"/>
                  </a:lnTo>
                  <a:lnTo>
                    <a:pt x="5391150" y="3651250"/>
                  </a:lnTo>
                  <a:lnTo>
                    <a:pt x="5391150" y="730250"/>
                  </a:lnTo>
                  <a:lnTo>
                    <a:pt x="5389596" y="682230"/>
                  </a:lnTo>
                  <a:lnTo>
                    <a:pt x="5385001" y="635041"/>
                  </a:lnTo>
                  <a:lnTo>
                    <a:pt x="5377460" y="588778"/>
                  </a:lnTo>
                  <a:lnTo>
                    <a:pt x="5367070" y="543538"/>
                  </a:lnTo>
                  <a:lnTo>
                    <a:pt x="5353925" y="499416"/>
                  </a:lnTo>
                  <a:lnTo>
                    <a:pt x="5338124" y="456509"/>
                  </a:lnTo>
                  <a:lnTo>
                    <a:pt x="5319761" y="414914"/>
                  </a:lnTo>
                  <a:lnTo>
                    <a:pt x="5298933" y="374725"/>
                  </a:lnTo>
                  <a:lnTo>
                    <a:pt x="5275736" y="336039"/>
                  </a:lnTo>
                  <a:lnTo>
                    <a:pt x="5250267" y="298953"/>
                  </a:lnTo>
                  <a:lnTo>
                    <a:pt x="5222621" y="263563"/>
                  </a:lnTo>
                  <a:lnTo>
                    <a:pt x="5192895" y="229965"/>
                  </a:lnTo>
                  <a:lnTo>
                    <a:pt x="5161184" y="198254"/>
                  </a:lnTo>
                  <a:lnTo>
                    <a:pt x="5127586" y="168528"/>
                  </a:lnTo>
                  <a:lnTo>
                    <a:pt x="5092196" y="140882"/>
                  </a:lnTo>
                  <a:lnTo>
                    <a:pt x="5055110" y="115413"/>
                  </a:lnTo>
                  <a:lnTo>
                    <a:pt x="5016424" y="92216"/>
                  </a:lnTo>
                  <a:lnTo>
                    <a:pt x="4976235" y="71388"/>
                  </a:lnTo>
                  <a:lnTo>
                    <a:pt x="4934640" y="53025"/>
                  </a:lnTo>
                  <a:lnTo>
                    <a:pt x="4891733" y="37224"/>
                  </a:lnTo>
                  <a:lnTo>
                    <a:pt x="4847611" y="24079"/>
                  </a:lnTo>
                  <a:lnTo>
                    <a:pt x="4802371" y="13689"/>
                  </a:lnTo>
                  <a:lnTo>
                    <a:pt x="4756108" y="6148"/>
                  </a:lnTo>
                  <a:lnTo>
                    <a:pt x="4708919" y="1553"/>
                  </a:lnTo>
                  <a:lnTo>
                    <a:pt x="4660900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3425" y="1238250"/>
              <a:ext cx="5391150" cy="4381500"/>
            </a:xfrm>
            <a:custGeom>
              <a:avLst/>
              <a:gdLst/>
              <a:ahLst/>
              <a:cxnLst/>
              <a:rect l="l" t="t" r="r" b="b"/>
              <a:pathLst>
                <a:path w="5391150" h="4381500">
                  <a:moveTo>
                    <a:pt x="0" y="730250"/>
                  </a:moveTo>
                  <a:lnTo>
                    <a:pt x="1553" y="682230"/>
                  </a:lnTo>
                  <a:lnTo>
                    <a:pt x="6149" y="635041"/>
                  </a:lnTo>
                  <a:lnTo>
                    <a:pt x="13691" y="588778"/>
                  </a:lnTo>
                  <a:lnTo>
                    <a:pt x="24083" y="543538"/>
                  </a:lnTo>
                  <a:lnTo>
                    <a:pt x="37229" y="499416"/>
                  </a:lnTo>
                  <a:lnTo>
                    <a:pt x="53032" y="456509"/>
                  </a:lnTo>
                  <a:lnTo>
                    <a:pt x="71397" y="414914"/>
                  </a:lnTo>
                  <a:lnTo>
                    <a:pt x="92227" y="374725"/>
                  </a:lnTo>
                  <a:lnTo>
                    <a:pt x="115425" y="336039"/>
                  </a:lnTo>
                  <a:lnTo>
                    <a:pt x="140897" y="298953"/>
                  </a:lnTo>
                  <a:lnTo>
                    <a:pt x="168545" y="263563"/>
                  </a:lnTo>
                  <a:lnTo>
                    <a:pt x="198273" y="229965"/>
                  </a:lnTo>
                  <a:lnTo>
                    <a:pt x="229985" y="198254"/>
                  </a:lnTo>
                  <a:lnTo>
                    <a:pt x="263584" y="168528"/>
                  </a:lnTo>
                  <a:lnTo>
                    <a:pt x="298975" y="140882"/>
                  </a:lnTo>
                  <a:lnTo>
                    <a:pt x="336062" y="115413"/>
                  </a:lnTo>
                  <a:lnTo>
                    <a:pt x="374747" y="92216"/>
                  </a:lnTo>
                  <a:lnTo>
                    <a:pt x="414936" y="71388"/>
                  </a:lnTo>
                  <a:lnTo>
                    <a:pt x="456531" y="53025"/>
                  </a:lnTo>
                  <a:lnTo>
                    <a:pt x="499436" y="37224"/>
                  </a:lnTo>
                  <a:lnTo>
                    <a:pt x="543555" y="24079"/>
                  </a:lnTo>
                  <a:lnTo>
                    <a:pt x="588793" y="13689"/>
                  </a:lnTo>
                  <a:lnTo>
                    <a:pt x="635051" y="6148"/>
                  </a:lnTo>
                  <a:lnTo>
                    <a:pt x="682236" y="1553"/>
                  </a:lnTo>
                  <a:lnTo>
                    <a:pt x="730250" y="0"/>
                  </a:lnTo>
                  <a:lnTo>
                    <a:pt x="4660900" y="0"/>
                  </a:lnTo>
                  <a:lnTo>
                    <a:pt x="4708919" y="1553"/>
                  </a:lnTo>
                  <a:lnTo>
                    <a:pt x="4756108" y="6148"/>
                  </a:lnTo>
                  <a:lnTo>
                    <a:pt x="4802371" y="13689"/>
                  </a:lnTo>
                  <a:lnTo>
                    <a:pt x="4847611" y="24079"/>
                  </a:lnTo>
                  <a:lnTo>
                    <a:pt x="4891733" y="37224"/>
                  </a:lnTo>
                  <a:lnTo>
                    <a:pt x="4934640" y="53025"/>
                  </a:lnTo>
                  <a:lnTo>
                    <a:pt x="4976235" y="71388"/>
                  </a:lnTo>
                  <a:lnTo>
                    <a:pt x="5016424" y="92216"/>
                  </a:lnTo>
                  <a:lnTo>
                    <a:pt x="5055110" y="115413"/>
                  </a:lnTo>
                  <a:lnTo>
                    <a:pt x="5092196" y="140882"/>
                  </a:lnTo>
                  <a:lnTo>
                    <a:pt x="5127586" y="168528"/>
                  </a:lnTo>
                  <a:lnTo>
                    <a:pt x="5161184" y="198254"/>
                  </a:lnTo>
                  <a:lnTo>
                    <a:pt x="5192895" y="229965"/>
                  </a:lnTo>
                  <a:lnTo>
                    <a:pt x="5222621" y="263563"/>
                  </a:lnTo>
                  <a:lnTo>
                    <a:pt x="5250267" y="298953"/>
                  </a:lnTo>
                  <a:lnTo>
                    <a:pt x="5275736" y="336039"/>
                  </a:lnTo>
                  <a:lnTo>
                    <a:pt x="5298933" y="374725"/>
                  </a:lnTo>
                  <a:lnTo>
                    <a:pt x="5319761" y="414914"/>
                  </a:lnTo>
                  <a:lnTo>
                    <a:pt x="5338124" y="456509"/>
                  </a:lnTo>
                  <a:lnTo>
                    <a:pt x="5353925" y="499416"/>
                  </a:lnTo>
                  <a:lnTo>
                    <a:pt x="5367070" y="543538"/>
                  </a:lnTo>
                  <a:lnTo>
                    <a:pt x="5377460" y="588778"/>
                  </a:lnTo>
                  <a:lnTo>
                    <a:pt x="5385001" y="635041"/>
                  </a:lnTo>
                  <a:lnTo>
                    <a:pt x="5389596" y="682230"/>
                  </a:lnTo>
                  <a:lnTo>
                    <a:pt x="5391150" y="730250"/>
                  </a:lnTo>
                  <a:lnTo>
                    <a:pt x="5391150" y="3651250"/>
                  </a:lnTo>
                  <a:lnTo>
                    <a:pt x="5389596" y="3699269"/>
                  </a:lnTo>
                  <a:lnTo>
                    <a:pt x="5385001" y="3746458"/>
                  </a:lnTo>
                  <a:lnTo>
                    <a:pt x="5377460" y="3792721"/>
                  </a:lnTo>
                  <a:lnTo>
                    <a:pt x="5367070" y="3837961"/>
                  </a:lnTo>
                  <a:lnTo>
                    <a:pt x="5353925" y="3882083"/>
                  </a:lnTo>
                  <a:lnTo>
                    <a:pt x="5338124" y="3924990"/>
                  </a:lnTo>
                  <a:lnTo>
                    <a:pt x="5319761" y="3966585"/>
                  </a:lnTo>
                  <a:lnTo>
                    <a:pt x="5298933" y="4006774"/>
                  </a:lnTo>
                  <a:lnTo>
                    <a:pt x="5275736" y="4045460"/>
                  </a:lnTo>
                  <a:lnTo>
                    <a:pt x="5250267" y="4082546"/>
                  </a:lnTo>
                  <a:lnTo>
                    <a:pt x="5222621" y="4117936"/>
                  </a:lnTo>
                  <a:lnTo>
                    <a:pt x="5192895" y="4151534"/>
                  </a:lnTo>
                  <a:lnTo>
                    <a:pt x="5161184" y="4183245"/>
                  </a:lnTo>
                  <a:lnTo>
                    <a:pt x="5127586" y="4212971"/>
                  </a:lnTo>
                  <a:lnTo>
                    <a:pt x="5092196" y="4240617"/>
                  </a:lnTo>
                  <a:lnTo>
                    <a:pt x="5055110" y="4266086"/>
                  </a:lnTo>
                  <a:lnTo>
                    <a:pt x="5016424" y="4289283"/>
                  </a:lnTo>
                  <a:lnTo>
                    <a:pt x="4976235" y="4310111"/>
                  </a:lnTo>
                  <a:lnTo>
                    <a:pt x="4934640" y="4328474"/>
                  </a:lnTo>
                  <a:lnTo>
                    <a:pt x="4891733" y="4344275"/>
                  </a:lnTo>
                  <a:lnTo>
                    <a:pt x="4847611" y="4357420"/>
                  </a:lnTo>
                  <a:lnTo>
                    <a:pt x="4802371" y="4367810"/>
                  </a:lnTo>
                  <a:lnTo>
                    <a:pt x="4756108" y="4375351"/>
                  </a:lnTo>
                  <a:lnTo>
                    <a:pt x="4708919" y="4379946"/>
                  </a:lnTo>
                  <a:lnTo>
                    <a:pt x="4660900" y="4381500"/>
                  </a:lnTo>
                  <a:lnTo>
                    <a:pt x="730250" y="4381500"/>
                  </a:lnTo>
                  <a:lnTo>
                    <a:pt x="682236" y="4379946"/>
                  </a:lnTo>
                  <a:lnTo>
                    <a:pt x="635051" y="4375351"/>
                  </a:lnTo>
                  <a:lnTo>
                    <a:pt x="588793" y="4367810"/>
                  </a:lnTo>
                  <a:lnTo>
                    <a:pt x="543555" y="4357420"/>
                  </a:lnTo>
                  <a:lnTo>
                    <a:pt x="499436" y="4344275"/>
                  </a:lnTo>
                  <a:lnTo>
                    <a:pt x="456531" y="4328474"/>
                  </a:lnTo>
                  <a:lnTo>
                    <a:pt x="414936" y="4310111"/>
                  </a:lnTo>
                  <a:lnTo>
                    <a:pt x="374747" y="4289283"/>
                  </a:lnTo>
                  <a:lnTo>
                    <a:pt x="336062" y="4266086"/>
                  </a:lnTo>
                  <a:lnTo>
                    <a:pt x="298975" y="4240617"/>
                  </a:lnTo>
                  <a:lnTo>
                    <a:pt x="263584" y="4212971"/>
                  </a:lnTo>
                  <a:lnTo>
                    <a:pt x="229985" y="4183245"/>
                  </a:lnTo>
                  <a:lnTo>
                    <a:pt x="198273" y="4151534"/>
                  </a:lnTo>
                  <a:lnTo>
                    <a:pt x="168545" y="4117936"/>
                  </a:lnTo>
                  <a:lnTo>
                    <a:pt x="140897" y="4082546"/>
                  </a:lnTo>
                  <a:lnTo>
                    <a:pt x="115425" y="4045460"/>
                  </a:lnTo>
                  <a:lnTo>
                    <a:pt x="92227" y="4006774"/>
                  </a:lnTo>
                  <a:lnTo>
                    <a:pt x="71397" y="3966585"/>
                  </a:lnTo>
                  <a:lnTo>
                    <a:pt x="53032" y="3924990"/>
                  </a:lnTo>
                  <a:lnTo>
                    <a:pt x="37229" y="3882083"/>
                  </a:lnTo>
                  <a:lnTo>
                    <a:pt x="24083" y="3837961"/>
                  </a:lnTo>
                  <a:lnTo>
                    <a:pt x="13691" y="3792721"/>
                  </a:lnTo>
                  <a:lnTo>
                    <a:pt x="6149" y="3746458"/>
                  </a:lnTo>
                  <a:lnTo>
                    <a:pt x="1553" y="3699269"/>
                  </a:lnTo>
                  <a:lnTo>
                    <a:pt x="0" y="3651250"/>
                  </a:lnTo>
                  <a:lnTo>
                    <a:pt x="0" y="730250"/>
                  </a:lnTo>
                  <a:close/>
                </a:path>
              </a:pathLst>
            </a:custGeom>
            <a:ln w="19050">
              <a:solidFill>
                <a:srgbClr val="1F37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75677" y="1360106"/>
            <a:ext cx="4802505" cy="1769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37BD"/>
                </a:solidFill>
                <a:latin typeface="Aptos Display"/>
                <a:cs typeface="Aptos Display"/>
              </a:rPr>
              <a:t>The</a:t>
            </a:r>
            <a:r>
              <a:rPr sz="1800" b="1" spc="-20" dirty="0">
                <a:solidFill>
                  <a:srgbClr val="1F37BD"/>
                </a:solidFill>
                <a:latin typeface="Aptos Display"/>
                <a:cs typeface="Aptos Display"/>
              </a:rPr>
              <a:t> Need</a:t>
            </a:r>
            <a:endParaRPr sz="1800">
              <a:latin typeface="Aptos Display"/>
              <a:cs typeface="Aptos Display"/>
            </a:endParaRPr>
          </a:p>
          <a:p>
            <a:pPr marL="12700" marR="227329">
              <a:lnSpc>
                <a:spcPct val="102800"/>
              </a:lnSpc>
              <a:spcBef>
                <a:spcPts val="1420"/>
              </a:spcBef>
            </a:pP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Managing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personal</a:t>
            </a:r>
            <a:r>
              <a:rPr sz="1400" spc="-6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and</a:t>
            </a:r>
            <a:r>
              <a:rPr sz="1400" spc="-5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professional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 contacts</a:t>
            </a:r>
            <a:r>
              <a:rPr sz="1400" spc="-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manually</a:t>
            </a:r>
            <a:r>
              <a:rPr sz="1400" spc="3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can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become</a:t>
            </a:r>
            <a:r>
              <a:rPr sz="1400" spc="-7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difficult</a:t>
            </a:r>
            <a:r>
              <a:rPr sz="1400" spc="-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as</a:t>
            </a:r>
            <a:r>
              <a:rPr sz="1400" spc="-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the</a:t>
            </a:r>
            <a:r>
              <a:rPr sz="1400" spc="-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number</a:t>
            </a:r>
            <a:r>
              <a:rPr sz="1400" spc="-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of contacts</a:t>
            </a:r>
            <a:r>
              <a:rPr sz="1400" spc="-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grows.</a:t>
            </a:r>
            <a:endParaRPr sz="1400">
              <a:latin typeface="Aptos"/>
              <a:cs typeface="Aptos"/>
            </a:endParaRPr>
          </a:p>
          <a:p>
            <a:pPr marL="12700" marR="5080">
              <a:lnSpc>
                <a:spcPct val="100600"/>
              </a:lnSpc>
              <a:spcBef>
                <a:spcPts val="1620"/>
              </a:spcBef>
            </a:pP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The</a:t>
            </a:r>
            <a:r>
              <a:rPr sz="1400" spc="-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project</a:t>
            </a: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develops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</a:t>
            </a: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Python-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based</a:t>
            </a:r>
            <a:r>
              <a:rPr sz="1400" spc="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Address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Book</a:t>
            </a:r>
            <a:r>
              <a:rPr sz="1400" spc="-3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that</a:t>
            </a: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stores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contact</a:t>
            </a:r>
            <a:r>
              <a:rPr sz="1400" spc="-6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details</a:t>
            </a:r>
            <a:r>
              <a:rPr sz="1400" spc="-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and</a:t>
            </a:r>
            <a:r>
              <a:rPr sz="1400" spc="-7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provides</a:t>
            </a:r>
            <a:r>
              <a:rPr sz="1400" spc="-5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simple</a:t>
            </a:r>
            <a:r>
              <a:rPr sz="1400" spc="-7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operations</a:t>
            </a:r>
            <a:r>
              <a:rPr sz="1400" spc="-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to</a:t>
            </a:r>
            <a:r>
              <a:rPr sz="1400" spc="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manage them.</a:t>
            </a:r>
            <a:endParaRPr sz="1400">
              <a:latin typeface="Aptos"/>
              <a:cs typeface="Apto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238875" y="1190561"/>
            <a:ext cx="5253355" cy="4510405"/>
            <a:chOff x="6238875" y="1190561"/>
            <a:chExt cx="5253355" cy="451040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38875" y="1190561"/>
              <a:ext cx="5253101" cy="451015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305550" y="1238250"/>
              <a:ext cx="5124450" cy="4381500"/>
            </a:xfrm>
            <a:custGeom>
              <a:avLst/>
              <a:gdLst/>
              <a:ahLst/>
              <a:cxnLst/>
              <a:rect l="l" t="t" r="r" b="b"/>
              <a:pathLst>
                <a:path w="5124450" h="4381500">
                  <a:moveTo>
                    <a:pt x="4394200" y="0"/>
                  </a:moveTo>
                  <a:lnTo>
                    <a:pt x="730250" y="0"/>
                  </a:lnTo>
                  <a:lnTo>
                    <a:pt x="682230" y="1553"/>
                  </a:lnTo>
                  <a:lnTo>
                    <a:pt x="635041" y="6148"/>
                  </a:lnTo>
                  <a:lnTo>
                    <a:pt x="588778" y="13689"/>
                  </a:lnTo>
                  <a:lnTo>
                    <a:pt x="543538" y="24079"/>
                  </a:lnTo>
                  <a:lnTo>
                    <a:pt x="499416" y="37224"/>
                  </a:lnTo>
                  <a:lnTo>
                    <a:pt x="456509" y="53025"/>
                  </a:lnTo>
                  <a:lnTo>
                    <a:pt x="414914" y="71388"/>
                  </a:lnTo>
                  <a:lnTo>
                    <a:pt x="374725" y="92216"/>
                  </a:lnTo>
                  <a:lnTo>
                    <a:pt x="336039" y="115413"/>
                  </a:lnTo>
                  <a:lnTo>
                    <a:pt x="298953" y="140882"/>
                  </a:lnTo>
                  <a:lnTo>
                    <a:pt x="263563" y="168528"/>
                  </a:lnTo>
                  <a:lnTo>
                    <a:pt x="229965" y="198254"/>
                  </a:lnTo>
                  <a:lnTo>
                    <a:pt x="198254" y="229965"/>
                  </a:lnTo>
                  <a:lnTo>
                    <a:pt x="168528" y="263563"/>
                  </a:lnTo>
                  <a:lnTo>
                    <a:pt x="140882" y="298953"/>
                  </a:lnTo>
                  <a:lnTo>
                    <a:pt x="115413" y="336039"/>
                  </a:lnTo>
                  <a:lnTo>
                    <a:pt x="92216" y="374725"/>
                  </a:lnTo>
                  <a:lnTo>
                    <a:pt x="71388" y="414914"/>
                  </a:lnTo>
                  <a:lnTo>
                    <a:pt x="53025" y="456509"/>
                  </a:lnTo>
                  <a:lnTo>
                    <a:pt x="37224" y="499416"/>
                  </a:lnTo>
                  <a:lnTo>
                    <a:pt x="24079" y="543538"/>
                  </a:lnTo>
                  <a:lnTo>
                    <a:pt x="13689" y="588778"/>
                  </a:lnTo>
                  <a:lnTo>
                    <a:pt x="6148" y="635041"/>
                  </a:lnTo>
                  <a:lnTo>
                    <a:pt x="1553" y="682230"/>
                  </a:lnTo>
                  <a:lnTo>
                    <a:pt x="0" y="730250"/>
                  </a:lnTo>
                  <a:lnTo>
                    <a:pt x="0" y="3651250"/>
                  </a:lnTo>
                  <a:lnTo>
                    <a:pt x="1553" y="3699269"/>
                  </a:lnTo>
                  <a:lnTo>
                    <a:pt x="6148" y="3746458"/>
                  </a:lnTo>
                  <a:lnTo>
                    <a:pt x="13689" y="3792721"/>
                  </a:lnTo>
                  <a:lnTo>
                    <a:pt x="24079" y="3837961"/>
                  </a:lnTo>
                  <a:lnTo>
                    <a:pt x="37224" y="3882083"/>
                  </a:lnTo>
                  <a:lnTo>
                    <a:pt x="53025" y="3924990"/>
                  </a:lnTo>
                  <a:lnTo>
                    <a:pt x="71388" y="3966585"/>
                  </a:lnTo>
                  <a:lnTo>
                    <a:pt x="92216" y="4006774"/>
                  </a:lnTo>
                  <a:lnTo>
                    <a:pt x="115413" y="4045460"/>
                  </a:lnTo>
                  <a:lnTo>
                    <a:pt x="140882" y="4082546"/>
                  </a:lnTo>
                  <a:lnTo>
                    <a:pt x="168528" y="4117936"/>
                  </a:lnTo>
                  <a:lnTo>
                    <a:pt x="198254" y="4151534"/>
                  </a:lnTo>
                  <a:lnTo>
                    <a:pt x="229965" y="4183245"/>
                  </a:lnTo>
                  <a:lnTo>
                    <a:pt x="263563" y="4212971"/>
                  </a:lnTo>
                  <a:lnTo>
                    <a:pt x="298953" y="4240617"/>
                  </a:lnTo>
                  <a:lnTo>
                    <a:pt x="336039" y="4266086"/>
                  </a:lnTo>
                  <a:lnTo>
                    <a:pt x="374725" y="4289283"/>
                  </a:lnTo>
                  <a:lnTo>
                    <a:pt x="414914" y="4310111"/>
                  </a:lnTo>
                  <a:lnTo>
                    <a:pt x="456509" y="4328474"/>
                  </a:lnTo>
                  <a:lnTo>
                    <a:pt x="499416" y="4344275"/>
                  </a:lnTo>
                  <a:lnTo>
                    <a:pt x="543538" y="4357420"/>
                  </a:lnTo>
                  <a:lnTo>
                    <a:pt x="588778" y="4367810"/>
                  </a:lnTo>
                  <a:lnTo>
                    <a:pt x="635041" y="4375351"/>
                  </a:lnTo>
                  <a:lnTo>
                    <a:pt x="682230" y="4379946"/>
                  </a:lnTo>
                  <a:lnTo>
                    <a:pt x="730250" y="4381500"/>
                  </a:lnTo>
                  <a:lnTo>
                    <a:pt x="4394200" y="4381500"/>
                  </a:lnTo>
                  <a:lnTo>
                    <a:pt x="4442219" y="4379946"/>
                  </a:lnTo>
                  <a:lnTo>
                    <a:pt x="4489408" y="4375351"/>
                  </a:lnTo>
                  <a:lnTo>
                    <a:pt x="4535671" y="4367810"/>
                  </a:lnTo>
                  <a:lnTo>
                    <a:pt x="4580911" y="4357420"/>
                  </a:lnTo>
                  <a:lnTo>
                    <a:pt x="4625033" y="4344275"/>
                  </a:lnTo>
                  <a:lnTo>
                    <a:pt x="4667940" y="4328474"/>
                  </a:lnTo>
                  <a:lnTo>
                    <a:pt x="4709535" y="4310111"/>
                  </a:lnTo>
                  <a:lnTo>
                    <a:pt x="4749724" y="4289283"/>
                  </a:lnTo>
                  <a:lnTo>
                    <a:pt x="4788410" y="4266086"/>
                  </a:lnTo>
                  <a:lnTo>
                    <a:pt x="4825496" y="4240617"/>
                  </a:lnTo>
                  <a:lnTo>
                    <a:pt x="4860886" y="4212971"/>
                  </a:lnTo>
                  <a:lnTo>
                    <a:pt x="4894484" y="4183245"/>
                  </a:lnTo>
                  <a:lnTo>
                    <a:pt x="4926195" y="4151534"/>
                  </a:lnTo>
                  <a:lnTo>
                    <a:pt x="4955921" y="4117936"/>
                  </a:lnTo>
                  <a:lnTo>
                    <a:pt x="4983567" y="4082546"/>
                  </a:lnTo>
                  <a:lnTo>
                    <a:pt x="5009036" y="4045460"/>
                  </a:lnTo>
                  <a:lnTo>
                    <a:pt x="5032233" y="4006774"/>
                  </a:lnTo>
                  <a:lnTo>
                    <a:pt x="5053061" y="3966585"/>
                  </a:lnTo>
                  <a:lnTo>
                    <a:pt x="5071424" y="3924990"/>
                  </a:lnTo>
                  <a:lnTo>
                    <a:pt x="5087225" y="3882083"/>
                  </a:lnTo>
                  <a:lnTo>
                    <a:pt x="5100370" y="3837961"/>
                  </a:lnTo>
                  <a:lnTo>
                    <a:pt x="5110760" y="3792721"/>
                  </a:lnTo>
                  <a:lnTo>
                    <a:pt x="5118301" y="3746458"/>
                  </a:lnTo>
                  <a:lnTo>
                    <a:pt x="5122896" y="3699269"/>
                  </a:lnTo>
                  <a:lnTo>
                    <a:pt x="5124450" y="3651250"/>
                  </a:lnTo>
                  <a:lnTo>
                    <a:pt x="5124450" y="730250"/>
                  </a:lnTo>
                  <a:lnTo>
                    <a:pt x="5122896" y="682230"/>
                  </a:lnTo>
                  <a:lnTo>
                    <a:pt x="5118301" y="635041"/>
                  </a:lnTo>
                  <a:lnTo>
                    <a:pt x="5110760" y="588778"/>
                  </a:lnTo>
                  <a:lnTo>
                    <a:pt x="5100370" y="543538"/>
                  </a:lnTo>
                  <a:lnTo>
                    <a:pt x="5087225" y="499416"/>
                  </a:lnTo>
                  <a:lnTo>
                    <a:pt x="5071424" y="456509"/>
                  </a:lnTo>
                  <a:lnTo>
                    <a:pt x="5053061" y="414914"/>
                  </a:lnTo>
                  <a:lnTo>
                    <a:pt x="5032233" y="374725"/>
                  </a:lnTo>
                  <a:lnTo>
                    <a:pt x="5009036" y="336039"/>
                  </a:lnTo>
                  <a:lnTo>
                    <a:pt x="4983567" y="298953"/>
                  </a:lnTo>
                  <a:lnTo>
                    <a:pt x="4955921" y="263563"/>
                  </a:lnTo>
                  <a:lnTo>
                    <a:pt x="4926195" y="229965"/>
                  </a:lnTo>
                  <a:lnTo>
                    <a:pt x="4894484" y="198254"/>
                  </a:lnTo>
                  <a:lnTo>
                    <a:pt x="4860886" y="168528"/>
                  </a:lnTo>
                  <a:lnTo>
                    <a:pt x="4825496" y="140882"/>
                  </a:lnTo>
                  <a:lnTo>
                    <a:pt x="4788410" y="115413"/>
                  </a:lnTo>
                  <a:lnTo>
                    <a:pt x="4749724" y="92216"/>
                  </a:lnTo>
                  <a:lnTo>
                    <a:pt x="4709535" y="71388"/>
                  </a:lnTo>
                  <a:lnTo>
                    <a:pt x="4667940" y="53025"/>
                  </a:lnTo>
                  <a:lnTo>
                    <a:pt x="4625033" y="37224"/>
                  </a:lnTo>
                  <a:lnTo>
                    <a:pt x="4580911" y="24079"/>
                  </a:lnTo>
                  <a:lnTo>
                    <a:pt x="4535671" y="13689"/>
                  </a:lnTo>
                  <a:lnTo>
                    <a:pt x="4489408" y="6148"/>
                  </a:lnTo>
                  <a:lnTo>
                    <a:pt x="4442219" y="1553"/>
                  </a:lnTo>
                  <a:lnTo>
                    <a:pt x="4394200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05550" y="1238250"/>
              <a:ext cx="5124450" cy="4381500"/>
            </a:xfrm>
            <a:custGeom>
              <a:avLst/>
              <a:gdLst/>
              <a:ahLst/>
              <a:cxnLst/>
              <a:rect l="l" t="t" r="r" b="b"/>
              <a:pathLst>
                <a:path w="5124450" h="4381500">
                  <a:moveTo>
                    <a:pt x="0" y="730250"/>
                  </a:moveTo>
                  <a:lnTo>
                    <a:pt x="1553" y="682230"/>
                  </a:lnTo>
                  <a:lnTo>
                    <a:pt x="6148" y="635041"/>
                  </a:lnTo>
                  <a:lnTo>
                    <a:pt x="13689" y="588778"/>
                  </a:lnTo>
                  <a:lnTo>
                    <a:pt x="24079" y="543538"/>
                  </a:lnTo>
                  <a:lnTo>
                    <a:pt x="37224" y="499416"/>
                  </a:lnTo>
                  <a:lnTo>
                    <a:pt x="53025" y="456509"/>
                  </a:lnTo>
                  <a:lnTo>
                    <a:pt x="71388" y="414914"/>
                  </a:lnTo>
                  <a:lnTo>
                    <a:pt x="92216" y="374725"/>
                  </a:lnTo>
                  <a:lnTo>
                    <a:pt x="115413" y="336039"/>
                  </a:lnTo>
                  <a:lnTo>
                    <a:pt x="140882" y="298953"/>
                  </a:lnTo>
                  <a:lnTo>
                    <a:pt x="168528" y="263563"/>
                  </a:lnTo>
                  <a:lnTo>
                    <a:pt x="198254" y="229965"/>
                  </a:lnTo>
                  <a:lnTo>
                    <a:pt x="229965" y="198254"/>
                  </a:lnTo>
                  <a:lnTo>
                    <a:pt x="263563" y="168528"/>
                  </a:lnTo>
                  <a:lnTo>
                    <a:pt x="298953" y="140882"/>
                  </a:lnTo>
                  <a:lnTo>
                    <a:pt x="336039" y="115413"/>
                  </a:lnTo>
                  <a:lnTo>
                    <a:pt x="374725" y="92216"/>
                  </a:lnTo>
                  <a:lnTo>
                    <a:pt x="414914" y="71388"/>
                  </a:lnTo>
                  <a:lnTo>
                    <a:pt x="456509" y="53025"/>
                  </a:lnTo>
                  <a:lnTo>
                    <a:pt x="499416" y="37224"/>
                  </a:lnTo>
                  <a:lnTo>
                    <a:pt x="543538" y="24079"/>
                  </a:lnTo>
                  <a:lnTo>
                    <a:pt x="588778" y="13689"/>
                  </a:lnTo>
                  <a:lnTo>
                    <a:pt x="635041" y="6148"/>
                  </a:lnTo>
                  <a:lnTo>
                    <a:pt x="682230" y="1553"/>
                  </a:lnTo>
                  <a:lnTo>
                    <a:pt x="730250" y="0"/>
                  </a:lnTo>
                  <a:lnTo>
                    <a:pt x="4394200" y="0"/>
                  </a:lnTo>
                  <a:lnTo>
                    <a:pt x="4442219" y="1553"/>
                  </a:lnTo>
                  <a:lnTo>
                    <a:pt x="4489408" y="6148"/>
                  </a:lnTo>
                  <a:lnTo>
                    <a:pt x="4535671" y="13689"/>
                  </a:lnTo>
                  <a:lnTo>
                    <a:pt x="4580911" y="24079"/>
                  </a:lnTo>
                  <a:lnTo>
                    <a:pt x="4625033" y="37224"/>
                  </a:lnTo>
                  <a:lnTo>
                    <a:pt x="4667940" y="53025"/>
                  </a:lnTo>
                  <a:lnTo>
                    <a:pt x="4709535" y="71388"/>
                  </a:lnTo>
                  <a:lnTo>
                    <a:pt x="4749724" y="92216"/>
                  </a:lnTo>
                  <a:lnTo>
                    <a:pt x="4788410" y="115413"/>
                  </a:lnTo>
                  <a:lnTo>
                    <a:pt x="4825496" y="140882"/>
                  </a:lnTo>
                  <a:lnTo>
                    <a:pt x="4860886" y="168528"/>
                  </a:lnTo>
                  <a:lnTo>
                    <a:pt x="4894484" y="198254"/>
                  </a:lnTo>
                  <a:lnTo>
                    <a:pt x="4926195" y="229965"/>
                  </a:lnTo>
                  <a:lnTo>
                    <a:pt x="4955921" y="263563"/>
                  </a:lnTo>
                  <a:lnTo>
                    <a:pt x="4983567" y="298953"/>
                  </a:lnTo>
                  <a:lnTo>
                    <a:pt x="5009036" y="336039"/>
                  </a:lnTo>
                  <a:lnTo>
                    <a:pt x="5032233" y="374725"/>
                  </a:lnTo>
                  <a:lnTo>
                    <a:pt x="5053061" y="414914"/>
                  </a:lnTo>
                  <a:lnTo>
                    <a:pt x="5071424" y="456509"/>
                  </a:lnTo>
                  <a:lnTo>
                    <a:pt x="5087225" y="499416"/>
                  </a:lnTo>
                  <a:lnTo>
                    <a:pt x="5100370" y="543538"/>
                  </a:lnTo>
                  <a:lnTo>
                    <a:pt x="5110760" y="588778"/>
                  </a:lnTo>
                  <a:lnTo>
                    <a:pt x="5118301" y="635041"/>
                  </a:lnTo>
                  <a:lnTo>
                    <a:pt x="5122896" y="682230"/>
                  </a:lnTo>
                  <a:lnTo>
                    <a:pt x="5124450" y="730250"/>
                  </a:lnTo>
                  <a:lnTo>
                    <a:pt x="5124450" y="3651250"/>
                  </a:lnTo>
                  <a:lnTo>
                    <a:pt x="5122896" y="3699269"/>
                  </a:lnTo>
                  <a:lnTo>
                    <a:pt x="5118301" y="3746458"/>
                  </a:lnTo>
                  <a:lnTo>
                    <a:pt x="5110760" y="3792721"/>
                  </a:lnTo>
                  <a:lnTo>
                    <a:pt x="5100370" y="3837961"/>
                  </a:lnTo>
                  <a:lnTo>
                    <a:pt x="5087225" y="3882083"/>
                  </a:lnTo>
                  <a:lnTo>
                    <a:pt x="5071424" y="3924990"/>
                  </a:lnTo>
                  <a:lnTo>
                    <a:pt x="5053061" y="3966585"/>
                  </a:lnTo>
                  <a:lnTo>
                    <a:pt x="5032233" y="4006774"/>
                  </a:lnTo>
                  <a:lnTo>
                    <a:pt x="5009036" y="4045460"/>
                  </a:lnTo>
                  <a:lnTo>
                    <a:pt x="4983567" y="4082546"/>
                  </a:lnTo>
                  <a:lnTo>
                    <a:pt x="4955921" y="4117936"/>
                  </a:lnTo>
                  <a:lnTo>
                    <a:pt x="4926195" y="4151534"/>
                  </a:lnTo>
                  <a:lnTo>
                    <a:pt x="4894484" y="4183245"/>
                  </a:lnTo>
                  <a:lnTo>
                    <a:pt x="4860886" y="4212971"/>
                  </a:lnTo>
                  <a:lnTo>
                    <a:pt x="4825496" y="4240617"/>
                  </a:lnTo>
                  <a:lnTo>
                    <a:pt x="4788410" y="4266086"/>
                  </a:lnTo>
                  <a:lnTo>
                    <a:pt x="4749724" y="4289283"/>
                  </a:lnTo>
                  <a:lnTo>
                    <a:pt x="4709535" y="4310111"/>
                  </a:lnTo>
                  <a:lnTo>
                    <a:pt x="4667940" y="4328474"/>
                  </a:lnTo>
                  <a:lnTo>
                    <a:pt x="4625033" y="4344275"/>
                  </a:lnTo>
                  <a:lnTo>
                    <a:pt x="4580911" y="4357420"/>
                  </a:lnTo>
                  <a:lnTo>
                    <a:pt x="4535671" y="4367810"/>
                  </a:lnTo>
                  <a:lnTo>
                    <a:pt x="4489408" y="4375351"/>
                  </a:lnTo>
                  <a:lnTo>
                    <a:pt x="4442219" y="4379946"/>
                  </a:lnTo>
                  <a:lnTo>
                    <a:pt x="4394200" y="4381500"/>
                  </a:lnTo>
                  <a:lnTo>
                    <a:pt x="730250" y="4381500"/>
                  </a:lnTo>
                  <a:lnTo>
                    <a:pt x="682230" y="4379946"/>
                  </a:lnTo>
                  <a:lnTo>
                    <a:pt x="635041" y="4375351"/>
                  </a:lnTo>
                  <a:lnTo>
                    <a:pt x="588778" y="4367810"/>
                  </a:lnTo>
                  <a:lnTo>
                    <a:pt x="543538" y="4357420"/>
                  </a:lnTo>
                  <a:lnTo>
                    <a:pt x="499416" y="4344275"/>
                  </a:lnTo>
                  <a:lnTo>
                    <a:pt x="456509" y="4328474"/>
                  </a:lnTo>
                  <a:lnTo>
                    <a:pt x="414914" y="4310111"/>
                  </a:lnTo>
                  <a:lnTo>
                    <a:pt x="374725" y="4289283"/>
                  </a:lnTo>
                  <a:lnTo>
                    <a:pt x="336039" y="4266086"/>
                  </a:lnTo>
                  <a:lnTo>
                    <a:pt x="298953" y="4240617"/>
                  </a:lnTo>
                  <a:lnTo>
                    <a:pt x="263563" y="4212971"/>
                  </a:lnTo>
                  <a:lnTo>
                    <a:pt x="229965" y="4183245"/>
                  </a:lnTo>
                  <a:lnTo>
                    <a:pt x="198254" y="4151534"/>
                  </a:lnTo>
                  <a:lnTo>
                    <a:pt x="168528" y="4117936"/>
                  </a:lnTo>
                  <a:lnTo>
                    <a:pt x="140882" y="4082546"/>
                  </a:lnTo>
                  <a:lnTo>
                    <a:pt x="115413" y="4045460"/>
                  </a:lnTo>
                  <a:lnTo>
                    <a:pt x="92216" y="4006774"/>
                  </a:lnTo>
                  <a:lnTo>
                    <a:pt x="71388" y="3966585"/>
                  </a:lnTo>
                  <a:lnTo>
                    <a:pt x="53025" y="3924990"/>
                  </a:lnTo>
                  <a:lnTo>
                    <a:pt x="37224" y="3882083"/>
                  </a:lnTo>
                  <a:lnTo>
                    <a:pt x="24079" y="3837961"/>
                  </a:lnTo>
                  <a:lnTo>
                    <a:pt x="13689" y="3792721"/>
                  </a:lnTo>
                  <a:lnTo>
                    <a:pt x="6148" y="3746458"/>
                  </a:lnTo>
                  <a:lnTo>
                    <a:pt x="1553" y="3699269"/>
                  </a:lnTo>
                  <a:lnTo>
                    <a:pt x="0" y="3651250"/>
                  </a:lnTo>
                  <a:lnTo>
                    <a:pt x="0" y="730250"/>
                  </a:lnTo>
                  <a:close/>
                </a:path>
              </a:pathLst>
            </a:custGeom>
            <a:ln w="19050">
              <a:solidFill>
                <a:srgbClr val="85AA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557644" y="1360106"/>
            <a:ext cx="4619625" cy="2198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37BD"/>
                </a:solidFill>
                <a:latin typeface="Aptos Display"/>
                <a:cs typeface="Aptos Display"/>
              </a:rPr>
              <a:t>Required </a:t>
            </a:r>
            <a:r>
              <a:rPr sz="1800" b="1" spc="-10" dirty="0">
                <a:solidFill>
                  <a:srgbClr val="1F37BD"/>
                </a:solidFill>
                <a:latin typeface="Aptos Display"/>
                <a:cs typeface="Aptos Display"/>
              </a:rPr>
              <a:t>Information</a:t>
            </a:r>
            <a:endParaRPr sz="1800">
              <a:latin typeface="Aptos Display"/>
              <a:cs typeface="Aptos Display"/>
            </a:endParaRPr>
          </a:p>
          <a:p>
            <a:pPr marL="136525" indent="-123825">
              <a:lnSpc>
                <a:spcPct val="100000"/>
              </a:lnSpc>
              <a:spcBef>
                <a:spcPts val="1470"/>
              </a:spcBef>
              <a:buChar char="•"/>
              <a:tabLst>
                <a:tab pos="136525" algn="l"/>
              </a:tabLst>
            </a:pP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Name</a:t>
            </a:r>
            <a:endParaRPr sz="1400">
              <a:latin typeface="Aptos"/>
              <a:cs typeface="Aptos"/>
            </a:endParaRPr>
          </a:p>
          <a:p>
            <a:pPr marL="136525" indent="-123825">
              <a:lnSpc>
                <a:spcPts val="1664"/>
              </a:lnSpc>
              <a:spcBef>
                <a:spcPts val="45"/>
              </a:spcBef>
              <a:buChar char="•"/>
              <a:tabLst>
                <a:tab pos="136525" algn="l"/>
              </a:tabLst>
            </a:pP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Phone</a:t>
            </a:r>
            <a:r>
              <a:rPr sz="1400" spc="-7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number</a:t>
            </a:r>
            <a:endParaRPr sz="1400">
              <a:latin typeface="Aptos"/>
              <a:cs typeface="Aptos"/>
            </a:endParaRPr>
          </a:p>
          <a:p>
            <a:pPr marL="136525" indent="-123825">
              <a:lnSpc>
                <a:spcPts val="1655"/>
              </a:lnSpc>
              <a:buChar char="•"/>
              <a:tabLst>
                <a:tab pos="136525" algn="l"/>
              </a:tabLst>
            </a:pP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Email</a:t>
            </a:r>
            <a:r>
              <a:rPr sz="1400" spc="-6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address</a:t>
            </a:r>
            <a:endParaRPr sz="1400">
              <a:latin typeface="Aptos"/>
              <a:cs typeface="Aptos"/>
            </a:endParaRPr>
          </a:p>
          <a:p>
            <a:pPr marL="136525" indent="-123825">
              <a:lnSpc>
                <a:spcPts val="1664"/>
              </a:lnSpc>
              <a:buChar char="•"/>
              <a:tabLst>
                <a:tab pos="136525" algn="l"/>
              </a:tabLst>
            </a:pP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Postal</a:t>
            </a:r>
            <a:r>
              <a:rPr sz="1400" spc="-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address</a:t>
            </a:r>
            <a:endParaRPr sz="1400">
              <a:latin typeface="Aptos"/>
              <a:cs typeface="Aptos"/>
            </a:endParaRPr>
          </a:p>
          <a:p>
            <a:pPr marL="136525" indent="-123825">
              <a:lnSpc>
                <a:spcPct val="100000"/>
              </a:lnSpc>
              <a:spcBef>
                <a:spcPts val="50"/>
              </a:spcBef>
              <a:buChar char="•"/>
              <a:tabLst>
                <a:tab pos="136525" algn="l"/>
              </a:tabLst>
            </a:pP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Other</a:t>
            </a:r>
            <a:r>
              <a:rPr sz="1400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relevant</a:t>
            </a:r>
            <a:r>
              <a:rPr sz="1400" spc="-6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contact</a:t>
            </a:r>
            <a:r>
              <a:rPr sz="1400" spc="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information</a:t>
            </a:r>
            <a:endParaRPr sz="1400">
              <a:latin typeface="Aptos"/>
              <a:cs typeface="Apto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Aptos"/>
              <a:cs typeface="Aptos"/>
            </a:endParaRPr>
          </a:p>
          <a:p>
            <a:pPr marL="12700" marR="5080">
              <a:lnSpc>
                <a:spcPts val="1650"/>
              </a:lnSpc>
            </a:pP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Records</a:t>
            </a:r>
            <a:r>
              <a:rPr sz="1400" spc="-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should</a:t>
            </a:r>
            <a:r>
              <a:rPr sz="1400" spc="-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be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stored</a:t>
            </a:r>
            <a:r>
              <a:rPr sz="1400" spc="-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permanently</a:t>
            </a:r>
            <a:r>
              <a:rPr sz="1400" spc="-3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using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file</a:t>
            </a:r>
            <a:r>
              <a:rPr sz="1400" spc="-6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handling</a:t>
            </a:r>
            <a:r>
              <a:rPr sz="1400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or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</a:t>
            </a:r>
            <a:r>
              <a:rPr sz="1400" spc="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database.</a:t>
            </a:r>
            <a:endParaRPr sz="1400">
              <a:latin typeface="Aptos"/>
              <a:cs typeface="Apto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4775" y="6381750"/>
            <a:ext cx="11968480" cy="386080"/>
            <a:chOff x="104775" y="6381750"/>
            <a:chExt cx="11968480" cy="386080"/>
          </a:xfrm>
        </p:grpSpPr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775" y="6381750"/>
              <a:ext cx="11968226" cy="3857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1925" y="6419850"/>
              <a:ext cx="11858625" cy="276225"/>
            </a:xfrm>
            <a:custGeom>
              <a:avLst/>
              <a:gdLst/>
              <a:ahLst/>
              <a:cxnLst/>
              <a:rect l="l" t="t" r="r" b="b"/>
              <a:pathLst>
                <a:path w="11858625" h="276225">
                  <a:moveTo>
                    <a:pt x="1185862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11858625" y="276225"/>
                  </a:lnTo>
                  <a:lnTo>
                    <a:pt x="11858625" y="0"/>
                  </a:lnTo>
                  <a:close/>
                </a:path>
              </a:pathLst>
            </a:custGeom>
            <a:solidFill>
              <a:srgbClr val="85AA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S.</a:t>
            </a:r>
            <a:r>
              <a:rPr spc="5" dirty="0"/>
              <a:t> </a:t>
            </a:r>
            <a:r>
              <a:rPr dirty="0"/>
              <a:t>B.</a:t>
            </a:r>
            <a:r>
              <a:rPr spc="10" dirty="0"/>
              <a:t> </a:t>
            </a:r>
            <a:r>
              <a:rPr dirty="0"/>
              <a:t>JAIN</a:t>
            </a:r>
            <a:r>
              <a:rPr spc="5" dirty="0"/>
              <a:t> </a:t>
            </a:r>
            <a:r>
              <a:rPr spc="-10" dirty="0"/>
              <a:t>INSTITUTE</a:t>
            </a:r>
            <a:r>
              <a:rPr spc="-1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10" dirty="0"/>
              <a:t>TECHNOLOGY</a:t>
            </a:r>
            <a:r>
              <a:rPr spc="5" dirty="0"/>
              <a:t> </a:t>
            </a:r>
            <a:r>
              <a:rPr spc="-10" dirty="0"/>
              <a:t>MANAGEMENT</a:t>
            </a:r>
            <a:r>
              <a:rPr spc="-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dirty="0"/>
              <a:t>RESEARCH,</a:t>
            </a:r>
            <a:r>
              <a:rPr spc="10" dirty="0"/>
              <a:t> </a:t>
            </a:r>
            <a:r>
              <a:rPr spc="-10" dirty="0"/>
              <a:t>NAGPUR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2.</a:t>
            </a:r>
            <a:r>
              <a:rPr spc="25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335" y="1130236"/>
            <a:ext cx="8996680" cy="2610485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70"/>
              </a:spcBef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Develop</a:t>
            </a:r>
            <a:r>
              <a:rPr sz="2000" spc="-6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a</a:t>
            </a:r>
            <a:r>
              <a:rPr sz="2000" spc="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Python-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based</a:t>
            </a:r>
            <a:r>
              <a:rPr sz="2000" spc="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Address</a:t>
            </a:r>
            <a:r>
              <a:rPr sz="2000" spc="-5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Book</a:t>
            </a:r>
            <a:r>
              <a:rPr sz="2000" spc="-4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application.</a:t>
            </a:r>
            <a:endParaRPr sz="2000">
              <a:latin typeface="Aptos"/>
              <a:cs typeface="Aptos"/>
            </a:endParaRPr>
          </a:p>
          <a:p>
            <a:pPr marL="184150" indent="-171450">
              <a:lnSpc>
                <a:spcPct val="100000"/>
              </a:lnSpc>
              <a:spcBef>
                <a:spcPts val="980"/>
              </a:spcBef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Store</a:t>
            </a:r>
            <a:r>
              <a:rPr sz="2000" spc="-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and</a:t>
            </a:r>
            <a:r>
              <a:rPr sz="2000" spc="-3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organize</a:t>
            </a:r>
            <a:r>
              <a:rPr sz="2000" spc="-3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personal</a:t>
            </a:r>
            <a:r>
              <a:rPr sz="2000" spc="-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and</a:t>
            </a:r>
            <a:r>
              <a:rPr sz="2000" spc="-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professional</a:t>
            </a:r>
            <a:r>
              <a:rPr sz="2000" spc="-8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contact</a:t>
            </a:r>
            <a:r>
              <a:rPr sz="2000" spc="-6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information</a:t>
            </a:r>
            <a:r>
              <a:rPr sz="2000" spc="-7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efficiently.</a:t>
            </a:r>
            <a:endParaRPr sz="2000">
              <a:latin typeface="Aptos"/>
              <a:cs typeface="Aptos"/>
            </a:endParaRPr>
          </a:p>
          <a:p>
            <a:pPr marL="184150" indent="-171450">
              <a:lnSpc>
                <a:spcPct val="100000"/>
              </a:lnSpc>
              <a:spcBef>
                <a:spcPts val="980"/>
              </a:spcBef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Provide</a:t>
            </a:r>
            <a:r>
              <a:rPr sz="2000" spc="-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an</a:t>
            </a:r>
            <a:r>
              <a:rPr sz="2000" spc="-6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interactive</a:t>
            </a:r>
            <a:r>
              <a:rPr sz="2000" spc="-8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menu-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driven</a:t>
            </a:r>
            <a:r>
              <a:rPr sz="2000" spc="-6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interface.</a:t>
            </a:r>
            <a:endParaRPr sz="2000">
              <a:latin typeface="Aptos"/>
              <a:cs typeface="Aptos"/>
            </a:endParaRPr>
          </a:p>
          <a:p>
            <a:pPr marL="184150" indent="-171450">
              <a:lnSpc>
                <a:spcPct val="100000"/>
              </a:lnSpc>
              <a:spcBef>
                <a:spcPts val="1055"/>
              </a:spcBef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Allow</a:t>
            </a:r>
            <a:r>
              <a:rPr sz="2000" spc="-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users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to</a:t>
            </a:r>
            <a:r>
              <a:rPr sz="2000" spc="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add,</a:t>
            </a:r>
            <a:r>
              <a:rPr sz="2000" spc="-5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20" dirty="0">
                <a:solidFill>
                  <a:srgbClr val="18252A"/>
                </a:solidFill>
                <a:latin typeface="Aptos"/>
                <a:cs typeface="Aptos"/>
              </a:rPr>
              <a:t>view,</a:t>
            </a:r>
            <a:r>
              <a:rPr sz="2000" spc="-5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search,</a:t>
            </a:r>
            <a:r>
              <a:rPr sz="2000" spc="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update</a:t>
            </a:r>
            <a:r>
              <a:rPr sz="2000" spc="-8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and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delete</a:t>
            </a:r>
            <a:r>
              <a:rPr sz="2000" spc="-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contacts.</a:t>
            </a:r>
            <a:endParaRPr sz="2000">
              <a:latin typeface="Aptos"/>
              <a:cs typeface="Aptos"/>
            </a:endParaRPr>
          </a:p>
          <a:p>
            <a:pPr marL="184150" indent="-171450">
              <a:lnSpc>
                <a:spcPct val="100000"/>
              </a:lnSpc>
              <a:spcBef>
                <a:spcPts val="980"/>
              </a:spcBef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Maintain</a:t>
            </a:r>
            <a:r>
              <a:rPr sz="2000" spc="-5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useful details</a:t>
            </a:r>
            <a:r>
              <a:rPr sz="2000" spc="-6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such</a:t>
            </a:r>
            <a:r>
              <a:rPr sz="2000" spc="-5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as</a:t>
            </a:r>
            <a:r>
              <a:rPr sz="2000" spc="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name,</a:t>
            </a:r>
            <a:r>
              <a:rPr sz="2000" spc="3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phone</a:t>
            </a:r>
            <a:r>
              <a:rPr sz="2000" spc="-7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25" dirty="0">
                <a:solidFill>
                  <a:srgbClr val="18252A"/>
                </a:solidFill>
                <a:latin typeface="Aptos"/>
                <a:cs typeface="Aptos"/>
              </a:rPr>
              <a:t>number,</a:t>
            </a:r>
            <a:r>
              <a:rPr sz="2000" spc="-4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email</a:t>
            </a:r>
            <a:r>
              <a:rPr sz="2000" spc="-5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and</a:t>
            </a:r>
            <a:r>
              <a:rPr sz="2000" spc="-7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postal</a:t>
            </a:r>
            <a:r>
              <a:rPr sz="2000" spc="-5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address.</a:t>
            </a:r>
            <a:endParaRPr sz="2000">
              <a:latin typeface="Aptos"/>
              <a:cs typeface="Aptos"/>
            </a:endParaRPr>
          </a:p>
          <a:p>
            <a:pPr marL="184150" indent="-171450">
              <a:lnSpc>
                <a:spcPct val="100000"/>
              </a:lnSpc>
              <a:spcBef>
                <a:spcPts val="980"/>
              </a:spcBef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Ensure</a:t>
            </a:r>
            <a:r>
              <a:rPr sz="2000" spc="-6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contact</a:t>
            </a:r>
            <a:r>
              <a:rPr sz="2000" spc="-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records</a:t>
            </a:r>
            <a:r>
              <a:rPr sz="2000" spc="-5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are</a:t>
            </a:r>
            <a:r>
              <a:rPr sz="2000" spc="-6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stored</a:t>
            </a:r>
            <a:r>
              <a:rPr sz="2000" spc="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permanently</a:t>
            </a:r>
            <a:r>
              <a:rPr sz="2000" spc="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using</a:t>
            </a:r>
            <a:r>
              <a:rPr sz="2000" spc="-5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file</a:t>
            </a:r>
            <a:r>
              <a:rPr sz="2000" spc="-5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handling</a:t>
            </a:r>
            <a:r>
              <a:rPr sz="2000" spc="-5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or</a:t>
            </a:r>
            <a:r>
              <a:rPr sz="2000" spc="-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a</a:t>
            </a:r>
            <a:r>
              <a:rPr sz="2000" spc="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database.</a:t>
            </a:r>
            <a:endParaRPr sz="2000">
              <a:latin typeface="Aptos"/>
              <a:cs typeface="Apto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4775" y="6381750"/>
            <a:ext cx="11968480" cy="386080"/>
            <a:chOff x="104775" y="6381750"/>
            <a:chExt cx="11968480" cy="3860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775" y="6381750"/>
              <a:ext cx="11968226" cy="3857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1925" y="6419850"/>
              <a:ext cx="11858625" cy="276225"/>
            </a:xfrm>
            <a:custGeom>
              <a:avLst/>
              <a:gdLst/>
              <a:ahLst/>
              <a:cxnLst/>
              <a:rect l="l" t="t" r="r" b="b"/>
              <a:pathLst>
                <a:path w="11858625" h="276225">
                  <a:moveTo>
                    <a:pt x="1185862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11858625" y="276225"/>
                  </a:lnTo>
                  <a:lnTo>
                    <a:pt x="11858625" y="0"/>
                  </a:lnTo>
                  <a:close/>
                </a:path>
              </a:pathLst>
            </a:custGeom>
            <a:solidFill>
              <a:srgbClr val="85AA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S.</a:t>
            </a:r>
            <a:r>
              <a:rPr spc="5" dirty="0"/>
              <a:t> </a:t>
            </a:r>
            <a:r>
              <a:rPr dirty="0"/>
              <a:t>B.</a:t>
            </a:r>
            <a:r>
              <a:rPr spc="10" dirty="0"/>
              <a:t> </a:t>
            </a:r>
            <a:r>
              <a:rPr dirty="0"/>
              <a:t>JAIN</a:t>
            </a:r>
            <a:r>
              <a:rPr spc="5" dirty="0"/>
              <a:t> </a:t>
            </a:r>
            <a:r>
              <a:rPr spc="-10" dirty="0"/>
              <a:t>INSTITUTE</a:t>
            </a:r>
            <a:r>
              <a:rPr spc="-1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10" dirty="0"/>
              <a:t>TECHNOLOGY</a:t>
            </a:r>
            <a:r>
              <a:rPr spc="5" dirty="0"/>
              <a:t> </a:t>
            </a:r>
            <a:r>
              <a:rPr spc="-10" dirty="0"/>
              <a:t>MANAGEMENT</a:t>
            </a:r>
            <a:r>
              <a:rPr spc="-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dirty="0"/>
              <a:t>RESEARCH,</a:t>
            </a:r>
            <a:r>
              <a:rPr spc="10" dirty="0"/>
              <a:t> </a:t>
            </a:r>
            <a:r>
              <a:rPr spc="-10" dirty="0"/>
              <a:t>NAGPUR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3.</a:t>
            </a:r>
            <a:r>
              <a:rPr spc="40" dirty="0"/>
              <a:t> </a:t>
            </a:r>
            <a:r>
              <a:rPr dirty="0"/>
              <a:t>Main</a:t>
            </a:r>
            <a:r>
              <a:rPr spc="60" dirty="0"/>
              <a:t> </a:t>
            </a:r>
            <a:r>
              <a:rPr spc="-10" dirty="0"/>
              <a:t>Features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66750" y="1142872"/>
            <a:ext cx="3100705" cy="1957705"/>
            <a:chOff x="666750" y="1142872"/>
            <a:chExt cx="3100705" cy="195770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50" y="1142872"/>
              <a:ext cx="3100451" cy="195745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33425" y="1190624"/>
              <a:ext cx="2971800" cy="1828800"/>
            </a:xfrm>
            <a:custGeom>
              <a:avLst/>
              <a:gdLst/>
              <a:ahLst/>
              <a:cxnLst/>
              <a:rect l="l" t="t" r="r" b="b"/>
              <a:pathLst>
                <a:path w="2971800" h="1828800">
                  <a:moveTo>
                    <a:pt x="2667000" y="0"/>
                  </a:moveTo>
                  <a:lnTo>
                    <a:pt x="304800" y="0"/>
                  </a:lnTo>
                  <a:lnTo>
                    <a:pt x="255359" y="3990"/>
                  </a:lnTo>
                  <a:lnTo>
                    <a:pt x="208458" y="15544"/>
                  </a:lnTo>
                  <a:lnTo>
                    <a:pt x="164725" y="34032"/>
                  </a:lnTo>
                  <a:lnTo>
                    <a:pt x="124788" y="58826"/>
                  </a:lnTo>
                  <a:lnTo>
                    <a:pt x="89273" y="89296"/>
                  </a:lnTo>
                  <a:lnTo>
                    <a:pt x="58808" y="124815"/>
                  </a:lnTo>
                  <a:lnTo>
                    <a:pt x="34020" y="164753"/>
                  </a:lnTo>
                  <a:lnTo>
                    <a:pt x="15538" y="208483"/>
                  </a:lnTo>
                  <a:lnTo>
                    <a:pt x="3989" y="255374"/>
                  </a:lnTo>
                  <a:lnTo>
                    <a:pt x="0" y="304800"/>
                  </a:lnTo>
                  <a:lnTo>
                    <a:pt x="0" y="1524000"/>
                  </a:lnTo>
                  <a:lnTo>
                    <a:pt x="3989" y="1573425"/>
                  </a:lnTo>
                  <a:lnTo>
                    <a:pt x="15538" y="1620316"/>
                  </a:lnTo>
                  <a:lnTo>
                    <a:pt x="34020" y="1664046"/>
                  </a:lnTo>
                  <a:lnTo>
                    <a:pt x="58808" y="1703984"/>
                  </a:lnTo>
                  <a:lnTo>
                    <a:pt x="89273" y="1739503"/>
                  </a:lnTo>
                  <a:lnTo>
                    <a:pt x="124788" y="1769973"/>
                  </a:lnTo>
                  <a:lnTo>
                    <a:pt x="164725" y="1794767"/>
                  </a:lnTo>
                  <a:lnTo>
                    <a:pt x="208458" y="1813255"/>
                  </a:lnTo>
                  <a:lnTo>
                    <a:pt x="255359" y="1824809"/>
                  </a:lnTo>
                  <a:lnTo>
                    <a:pt x="304800" y="1828800"/>
                  </a:lnTo>
                  <a:lnTo>
                    <a:pt x="2667000" y="1828800"/>
                  </a:lnTo>
                  <a:lnTo>
                    <a:pt x="2716425" y="1824809"/>
                  </a:lnTo>
                  <a:lnTo>
                    <a:pt x="2763316" y="1813255"/>
                  </a:lnTo>
                  <a:lnTo>
                    <a:pt x="2807046" y="1794767"/>
                  </a:lnTo>
                  <a:lnTo>
                    <a:pt x="2846984" y="1769973"/>
                  </a:lnTo>
                  <a:lnTo>
                    <a:pt x="2882503" y="1739503"/>
                  </a:lnTo>
                  <a:lnTo>
                    <a:pt x="2912973" y="1703984"/>
                  </a:lnTo>
                  <a:lnTo>
                    <a:pt x="2937767" y="1664046"/>
                  </a:lnTo>
                  <a:lnTo>
                    <a:pt x="2956255" y="1620316"/>
                  </a:lnTo>
                  <a:lnTo>
                    <a:pt x="2967809" y="1573425"/>
                  </a:lnTo>
                  <a:lnTo>
                    <a:pt x="2971800" y="1524000"/>
                  </a:lnTo>
                  <a:lnTo>
                    <a:pt x="2971800" y="304800"/>
                  </a:lnTo>
                  <a:lnTo>
                    <a:pt x="2967809" y="255374"/>
                  </a:lnTo>
                  <a:lnTo>
                    <a:pt x="2956255" y="208483"/>
                  </a:lnTo>
                  <a:lnTo>
                    <a:pt x="2937767" y="164753"/>
                  </a:lnTo>
                  <a:lnTo>
                    <a:pt x="2912973" y="124815"/>
                  </a:lnTo>
                  <a:lnTo>
                    <a:pt x="2882503" y="89296"/>
                  </a:lnTo>
                  <a:lnTo>
                    <a:pt x="2846984" y="58826"/>
                  </a:lnTo>
                  <a:lnTo>
                    <a:pt x="2807046" y="34032"/>
                  </a:lnTo>
                  <a:lnTo>
                    <a:pt x="2763316" y="15544"/>
                  </a:lnTo>
                  <a:lnTo>
                    <a:pt x="2716425" y="399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3425" y="1190624"/>
              <a:ext cx="2971800" cy="1828800"/>
            </a:xfrm>
            <a:custGeom>
              <a:avLst/>
              <a:gdLst/>
              <a:ahLst/>
              <a:cxnLst/>
              <a:rect l="l" t="t" r="r" b="b"/>
              <a:pathLst>
                <a:path w="2971800" h="1828800">
                  <a:moveTo>
                    <a:pt x="0" y="304800"/>
                  </a:moveTo>
                  <a:lnTo>
                    <a:pt x="3989" y="255374"/>
                  </a:lnTo>
                  <a:lnTo>
                    <a:pt x="15538" y="208483"/>
                  </a:lnTo>
                  <a:lnTo>
                    <a:pt x="34020" y="164753"/>
                  </a:lnTo>
                  <a:lnTo>
                    <a:pt x="58808" y="124815"/>
                  </a:lnTo>
                  <a:lnTo>
                    <a:pt x="89273" y="89296"/>
                  </a:lnTo>
                  <a:lnTo>
                    <a:pt x="124788" y="58826"/>
                  </a:lnTo>
                  <a:lnTo>
                    <a:pt x="164725" y="34032"/>
                  </a:lnTo>
                  <a:lnTo>
                    <a:pt x="208458" y="15544"/>
                  </a:lnTo>
                  <a:lnTo>
                    <a:pt x="255359" y="3990"/>
                  </a:lnTo>
                  <a:lnTo>
                    <a:pt x="304800" y="0"/>
                  </a:lnTo>
                  <a:lnTo>
                    <a:pt x="2667000" y="0"/>
                  </a:lnTo>
                  <a:lnTo>
                    <a:pt x="2716425" y="3990"/>
                  </a:lnTo>
                  <a:lnTo>
                    <a:pt x="2763316" y="15544"/>
                  </a:lnTo>
                  <a:lnTo>
                    <a:pt x="2807046" y="34032"/>
                  </a:lnTo>
                  <a:lnTo>
                    <a:pt x="2846984" y="58826"/>
                  </a:lnTo>
                  <a:lnTo>
                    <a:pt x="2882503" y="89296"/>
                  </a:lnTo>
                  <a:lnTo>
                    <a:pt x="2912973" y="124815"/>
                  </a:lnTo>
                  <a:lnTo>
                    <a:pt x="2937767" y="164753"/>
                  </a:lnTo>
                  <a:lnTo>
                    <a:pt x="2956255" y="208483"/>
                  </a:lnTo>
                  <a:lnTo>
                    <a:pt x="2967809" y="255374"/>
                  </a:lnTo>
                  <a:lnTo>
                    <a:pt x="2971800" y="304800"/>
                  </a:lnTo>
                  <a:lnTo>
                    <a:pt x="2971800" y="1524000"/>
                  </a:lnTo>
                  <a:lnTo>
                    <a:pt x="2967809" y="1573425"/>
                  </a:lnTo>
                  <a:lnTo>
                    <a:pt x="2956255" y="1620316"/>
                  </a:lnTo>
                  <a:lnTo>
                    <a:pt x="2937767" y="1664046"/>
                  </a:lnTo>
                  <a:lnTo>
                    <a:pt x="2912973" y="1703984"/>
                  </a:lnTo>
                  <a:lnTo>
                    <a:pt x="2882503" y="1739503"/>
                  </a:lnTo>
                  <a:lnTo>
                    <a:pt x="2846984" y="1769973"/>
                  </a:lnTo>
                  <a:lnTo>
                    <a:pt x="2807046" y="1794767"/>
                  </a:lnTo>
                  <a:lnTo>
                    <a:pt x="2763316" y="1813255"/>
                  </a:lnTo>
                  <a:lnTo>
                    <a:pt x="2716425" y="1824809"/>
                  </a:lnTo>
                  <a:lnTo>
                    <a:pt x="2667000" y="1828800"/>
                  </a:lnTo>
                  <a:lnTo>
                    <a:pt x="304800" y="1828800"/>
                  </a:lnTo>
                  <a:lnTo>
                    <a:pt x="255359" y="1824809"/>
                  </a:lnTo>
                  <a:lnTo>
                    <a:pt x="208458" y="1813255"/>
                  </a:lnTo>
                  <a:lnTo>
                    <a:pt x="164725" y="1794767"/>
                  </a:lnTo>
                  <a:lnTo>
                    <a:pt x="124788" y="1769973"/>
                  </a:lnTo>
                  <a:lnTo>
                    <a:pt x="89273" y="1739503"/>
                  </a:lnTo>
                  <a:lnTo>
                    <a:pt x="58808" y="1703984"/>
                  </a:lnTo>
                  <a:lnTo>
                    <a:pt x="34020" y="1664046"/>
                  </a:lnTo>
                  <a:lnTo>
                    <a:pt x="15538" y="1620316"/>
                  </a:lnTo>
                  <a:lnTo>
                    <a:pt x="3989" y="1573425"/>
                  </a:lnTo>
                  <a:lnTo>
                    <a:pt x="0" y="1524000"/>
                  </a:lnTo>
                  <a:lnTo>
                    <a:pt x="0" y="304800"/>
                  </a:lnTo>
                  <a:close/>
                </a:path>
              </a:pathLst>
            </a:custGeom>
            <a:ln w="19050">
              <a:solidFill>
                <a:srgbClr val="85AA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75677" y="1314132"/>
            <a:ext cx="2273300" cy="920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37BD"/>
                </a:solidFill>
                <a:latin typeface="Aptos Display"/>
                <a:cs typeface="Aptos Display"/>
              </a:rPr>
              <a:t>ADD</a:t>
            </a:r>
            <a:r>
              <a:rPr sz="1800" b="1" spc="-30" dirty="0">
                <a:solidFill>
                  <a:srgbClr val="1F37BD"/>
                </a:solidFill>
                <a:latin typeface="Aptos Display"/>
                <a:cs typeface="Aptos Display"/>
              </a:rPr>
              <a:t> </a:t>
            </a:r>
            <a:r>
              <a:rPr sz="1800" b="1" spc="-10" dirty="0">
                <a:solidFill>
                  <a:srgbClr val="1F37BD"/>
                </a:solidFill>
                <a:latin typeface="Aptos Display"/>
                <a:cs typeface="Aptos Display"/>
              </a:rPr>
              <a:t>CONTACT</a:t>
            </a:r>
            <a:endParaRPr sz="1800">
              <a:latin typeface="Aptos Display"/>
              <a:cs typeface="Aptos Display"/>
            </a:endParaRPr>
          </a:p>
          <a:p>
            <a:pPr marL="12700" marR="5080">
              <a:lnSpc>
                <a:spcPct val="102899"/>
              </a:lnSpc>
              <a:spcBef>
                <a:spcPts val="1420"/>
              </a:spcBef>
            </a:pP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Enter</a:t>
            </a:r>
            <a:r>
              <a:rPr sz="1400" spc="-3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and</a:t>
            </a:r>
            <a:r>
              <a:rPr sz="1400" spc="-5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save a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new</a:t>
            </a:r>
            <a:r>
              <a:rPr sz="1400" spc="-5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contact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with</a:t>
            </a:r>
            <a:r>
              <a:rPr sz="1400" spc="-3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required</a:t>
            </a:r>
            <a:r>
              <a:rPr sz="1400" spc="-4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details.</a:t>
            </a:r>
            <a:endParaRPr sz="1400">
              <a:latin typeface="Aptos"/>
              <a:cs typeface="Apto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000500" y="1142872"/>
            <a:ext cx="3100705" cy="1957705"/>
            <a:chOff x="4000500" y="1142872"/>
            <a:chExt cx="3100705" cy="195770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0500" y="1142872"/>
              <a:ext cx="3100451" cy="195745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067175" y="1190624"/>
              <a:ext cx="2971800" cy="1828800"/>
            </a:xfrm>
            <a:custGeom>
              <a:avLst/>
              <a:gdLst/>
              <a:ahLst/>
              <a:cxnLst/>
              <a:rect l="l" t="t" r="r" b="b"/>
              <a:pathLst>
                <a:path w="2971800" h="1828800">
                  <a:moveTo>
                    <a:pt x="2667000" y="0"/>
                  </a:moveTo>
                  <a:lnTo>
                    <a:pt x="304800" y="0"/>
                  </a:ln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0" y="1524000"/>
                  </a:lnTo>
                  <a:lnTo>
                    <a:pt x="3990" y="1573425"/>
                  </a:lnTo>
                  <a:lnTo>
                    <a:pt x="15544" y="1620316"/>
                  </a:lnTo>
                  <a:lnTo>
                    <a:pt x="34032" y="1664046"/>
                  </a:lnTo>
                  <a:lnTo>
                    <a:pt x="58826" y="1703984"/>
                  </a:lnTo>
                  <a:lnTo>
                    <a:pt x="89296" y="1739503"/>
                  </a:lnTo>
                  <a:lnTo>
                    <a:pt x="124815" y="1769973"/>
                  </a:lnTo>
                  <a:lnTo>
                    <a:pt x="164753" y="1794767"/>
                  </a:lnTo>
                  <a:lnTo>
                    <a:pt x="208483" y="1813255"/>
                  </a:lnTo>
                  <a:lnTo>
                    <a:pt x="255374" y="1824809"/>
                  </a:lnTo>
                  <a:lnTo>
                    <a:pt x="304800" y="1828800"/>
                  </a:lnTo>
                  <a:lnTo>
                    <a:pt x="2667000" y="1828800"/>
                  </a:lnTo>
                  <a:lnTo>
                    <a:pt x="2716425" y="1824809"/>
                  </a:lnTo>
                  <a:lnTo>
                    <a:pt x="2763316" y="1813255"/>
                  </a:lnTo>
                  <a:lnTo>
                    <a:pt x="2807046" y="1794767"/>
                  </a:lnTo>
                  <a:lnTo>
                    <a:pt x="2846984" y="1769973"/>
                  </a:lnTo>
                  <a:lnTo>
                    <a:pt x="2882503" y="1739503"/>
                  </a:lnTo>
                  <a:lnTo>
                    <a:pt x="2912973" y="1703984"/>
                  </a:lnTo>
                  <a:lnTo>
                    <a:pt x="2937767" y="1664046"/>
                  </a:lnTo>
                  <a:lnTo>
                    <a:pt x="2956255" y="1620316"/>
                  </a:lnTo>
                  <a:lnTo>
                    <a:pt x="2967809" y="1573425"/>
                  </a:lnTo>
                  <a:lnTo>
                    <a:pt x="2971800" y="1524000"/>
                  </a:lnTo>
                  <a:lnTo>
                    <a:pt x="2971800" y="304800"/>
                  </a:lnTo>
                  <a:lnTo>
                    <a:pt x="2967809" y="255374"/>
                  </a:lnTo>
                  <a:lnTo>
                    <a:pt x="2956255" y="208483"/>
                  </a:lnTo>
                  <a:lnTo>
                    <a:pt x="2937767" y="164753"/>
                  </a:lnTo>
                  <a:lnTo>
                    <a:pt x="2912973" y="124815"/>
                  </a:lnTo>
                  <a:lnTo>
                    <a:pt x="2882503" y="89296"/>
                  </a:lnTo>
                  <a:lnTo>
                    <a:pt x="2846984" y="58826"/>
                  </a:lnTo>
                  <a:lnTo>
                    <a:pt x="2807046" y="34032"/>
                  </a:lnTo>
                  <a:lnTo>
                    <a:pt x="2763316" y="15544"/>
                  </a:lnTo>
                  <a:lnTo>
                    <a:pt x="2716425" y="399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67175" y="1190624"/>
              <a:ext cx="2971800" cy="1828800"/>
            </a:xfrm>
            <a:custGeom>
              <a:avLst/>
              <a:gdLst/>
              <a:ahLst/>
              <a:cxnLst/>
              <a:rect l="l" t="t" r="r" b="b"/>
              <a:pathLst>
                <a:path w="2971800" h="18288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2667000" y="0"/>
                  </a:lnTo>
                  <a:lnTo>
                    <a:pt x="2716425" y="3990"/>
                  </a:lnTo>
                  <a:lnTo>
                    <a:pt x="2763316" y="15544"/>
                  </a:lnTo>
                  <a:lnTo>
                    <a:pt x="2807046" y="34032"/>
                  </a:lnTo>
                  <a:lnTo>
                    <a:pt x="2846984" y="58826"/>
                  </a:lnTo>
                  <a:lnTo>
                    <a:pt x="2882503" y="89296"/>
                  </a:lnTo>
                  <a:lnTo>
                    <a:pt x="2912973" y="124815"/>
                  </a:lnTo>
                  <a:lnTo>
                    <a:pt x="2937767" y="164753"/>
                  </a:lnTo>
                  <a:lnTo>
                    <a:pt x="2956255" y="208483"/>
                  </a:lnTo>
                  <a:lnTo>
                    <a:pt x="2967809" y="255374"/>
                  </a:lnTo>
                  <a:lnTo>
                    <a:pt x="2971800" y="304800"/>
                  </a:lnTo>
                  <a:lnTo>
                    <a:pt x="2971800" y="1524000"/>
                  </a:lnTo>
                  <a:lnTo>
                    <a:pt x="2967809" y="1573425"/>
                  </a:lnTo>
                  <a:lnTo>
                    <a:pt x="2956255" y="1620316"/>
                  </a:lnTo>
                  <a:lnTo>
                    <a:pt x="2937767" y="1664046"/>
                  </a:lnTo>
                  <a:lnTo>
                    <a:pt x="2912973" y="1703984"/>
                  </a:lnTo>
                  <a:lnTo>
                    <a:pt x="2882503" y="1739503"/>
                  </a:lnTo>
                  <a:lnTo>
                    <a:pt x="2846984" y="1769973"/>
                  </a:lnTo>
                  <a:lnTo>
                    <a:pt x="2807046" y="1794767"/>
                  </a:lnTo>
                  <a:lnTo>
                    <a:pt x="2763316" y="1813255"/>
                  </a:lnTo>
                  <a:lnTo>
                    <a:pt x="2716425" y="1824809"/>
                  </a:lnTo>
                  <a:lnTo>
                    <a:pt x="2667000" y="1828800"/>
                  </a:lnTo>
                  <a:lnTo>
                    <a:pt x="304800" y="1828800"/>
                  </a:lnTo>
                  <a:lnTo>
                    <a:pt x="255374" y="1824809"/>
                  </a:lnTo>
                  <a:lnTo>
                    <a:pt x="208483" y="1813255"/>
                  </a:lnTo>
                  <a:lnTo>
                    <a:pt x="164753" y="1794767"/>
                  </a:lnTo>
                  <a:lnTo>
                    <a:pt x="124815" y="1769973"/>
                  </a:lnTo>
                  <a:lnTo>
                    <a:pt x="89296" y="1739503"/>
                  </a:lnTo>
                  <a:lnTo>
                    <a:pt x="58826" y="1703984"/>
                  </a:lnTo>
                  <a:lnTo>
                    <a:pt x="34032" y="1664046"/>
                  </a:lnTo>
                  <a:lnTo>
                    <a:pt x="15544" y="1620316"/>
                  </a:lnTo>
                  <a:lnTo>
                    <a:pt x="3990" y="1573425"/>
                  </a:lnTo>
                  <a:lnTo>
                    <a:pt x="0" y="1524000"/>
                  </a:lnTo>
                  <a:lnTo>
                    <a:pt x="0" y="304800"/>
                  </a:lnTo>
                  <a:close/>
                </a:path>
              </a:pathLst>
            </a:custGeom>
            <a:ln w="19050">
              <a:solidFill>
                <a:srgbClr val="85AA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315840" y="1314132"/>
            <a:ext cx="2438400" cy="920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37BD"/>
                </a:solidFill>
                <a:latin typeface="Aptos Display"/>
                <a:cs typeface="Aptos Display"/>
              </a:rPr>
              <a:t>VIEW</a:t>
            </a:r>
            <a:r>
              <a:rPr sz="1800" b="1" spc="-10" dirty="0">
                <a:solidFill>
                  <a:srgbClr val="1F37BD"/>
                </a:solidFill>
                <a:latin typeface="Aptos Display"/>
                <a:cs typeface="Aptos Display"/>
              </a:rPr>
              <a:t> CONTACTS</a:t>
            </a:r>
            <a:endParaRPr sz="1800">
              <a:latin typeface="Aptos Display"/>
              <a:cs typeface="Aptos Display"/>
            </a:endParaRPr>
          </a:p>
          <a:p>
            <a:pPr marL="12700" marR="5080">
              <a:lnSpc>
                <a:spcPct val="102899"/>
              </a:lnSpc>
              <a:spcBef>
                <a:spcPts val="1420"/>
              </a:spcBef>
            </a:pP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Display</a:t>
            </a:r>
            <a:r>
              <a:rPr sz="1400" spc="-5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all</a:t>
            </a:r>
            <a:r>
              <a:rPr sz="1400" spc="-6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saved</a:t>
            </a:r>
            <a:r>
              <a:rPr sz="1400" spc="-5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contacts</a:t>
            </a: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in</a:t>
            </a:r>
            <a:r>
              <a:rPr sz="1400" spc="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an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organized</a:t>
            </a:r>
            <a:r>
              <a:rPr sz="1400" spc="-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form.</a:t>
            </a:r>
            <a:endParaRPr sz="1400">
              <a:latin typeface="Aptos"/>
              <a:cs typeface="Apto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343775" y="1142872"/>
            <a:ext cx="3100705" cy="1957705"/>
            <a:chOff x="7343775" y="1142872"/>
            <a:chExt cx="3100705" cy="195770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43775" y="1142872"/>
              <a:ext cx="3100451" cy="195745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410450" y="1190624"/>
              <a:ext cx="2971800" cy="1828800"/>
            </a:xfrm>
            <a:custGeom>
              <a:avLst/>
              <a:gdLst/>
              <a:ahLst/>
              <a:cxnLst/>
              <a:rect l="l" t="t" r="r" b="b"/>
              <a:pathLst>
                <a:path w="2971800" h="1828800">
                  <a:moveTo>
                    <a:pt x="2667000" y="0"/>
                  </a:moveTo>
                  <a:lnTo>
                    <a:pt x="304800" y="0"/>
                  </a:ln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0" y="1524000"/>
                  </a:lnTo>
                  <a:lnTo>
                    <a:pt x="3990" y="1573425"/>
                  </a:lnTo>
                  <a:lnTo>
                    <a:pt x="15544" y="1620316"/>
                  </a:lnTo>
                  <a:lnTo>
                    <a:pt x="34032" y="1664046"/>
                  </a:lnTo>
                  <a:lnTo>
                    <a:pt x="58826" y="1703984"/>
                  </a:lnTo>
                  <a:lnTo>
                    <a:pt x="89296" y="1739503"/>
                  </a:lnTo>
                  <a:lnTo>
                    <a:pt x="124815" y="1769973"/>
                  </a:lnTo>
                  <a:lnTo>
                    <a:pt x="164753" y="1794767"/>
                  </a:lnTo>
                  <a:lnTo>
                    <a:pt x="208483" y="1813255"/>
                  </a:lnTo>
                  <a:lnTo>
                    <a:pt x="255374" y="1824809"/>
                  </a:lnTo>
                  <a:lnTo>
                    <a:pt x="304800" y="1828800"/>
                  </a:lnTo>
                  <a:lnTo>
                    <a:pt x="2667000" y="1828800"/>
                  </a:lnTo>
                  <a:lnTo>
                    <a:pt x="2716425" y="1824809"/>
                  </a:lnTo>
                  <a:lnTo>
                    <a:pt x="2763316" y="1813255"/>
                  </a:lnTo>
                  <a:lnTo>
                    <a:pt x="2807046" y="1794767"/>
                  </a:lnTo>
                  <a:lnTo>
                    <a:pt x="2846984" y="1769973"/>
                  </a:lnTo>
                  <a:lnTo>
                    <a:pt x="2882503" y="1739503"/>
                  </a:lnTo>
                  <a:lnTo>
                    <a:pt x="2912973" y="1703984"/>
                  </a:lnTo>
                  <a:lnTo>
                    <a:pt x="2937767" y="1664046"/>
                  </a:lnTo>
                  <a:lnTo>
                    <a:pt x="2956255" y="1620316"/>
                  </a:lnTo>
                  <a:lnTo>
                    <a:pt x="2967809" y="1573425"/>
                  </a:lnTo>
                  <a:lnTo>
                    <a:pt x="2971800" y="1524000"/>
                  </a:lnTo>
                  <a:lnTo>
                    <a:pt x="2971800" y="304800"/>
                  </a:lnTo>
                  <a:lnTo>
                    <a:pt x="2967809" y="255374"/>
                  </a:lnTo>
                  <a:lnTo>
                    <a:pt x="2956255" y="208483"/>
                  </a:lnTo>
                  <a:lnTo>
                    <a:pt x="2937767" y="164753"/>
                  </a:lnTo>
                  <a:lnTo>
                    <a:pt x="2912973" y="124815"/>
                  </a:lnTo>
                  <a:lnTo>
                    <a:pt x="2882503" y="89296"/>
                  </a:lnTo>
                  <a:lnTo>
                    <a:pt x="2846984" y="58826"/>
                  </a:lnTo>
                  <a:lnTo>
                    <a:pt x="2807046" y="34032"/>
                  </a:lnTo>
                  <a:lnTo>
                    <a:pt x="2763316" y="15544"/>
                  </a:lnTo>
                  <a:lnTo>
                    <a:pt x="2716425" y="399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10450" y="1190624"/>
              <a:ext cx="2971800" cy="1828800"/>
            </a:xfrm>
            <a:custGeom>
              <a:avLst/>
              <a:gdLst/>
              <a:ahLst/>
              <a:cxnLst/>
              <a:rect l="l" t="t" r="r" b="b"/>
              <a:pathLst>
                <a:path w="2971800" h="18288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2667000" y="0"/>
                  </a:lnTo>
                  <a:lnTo>
                    <a:pt x="2716425" y="3990"/>
                  </a:lnTo>
                  <a:lnTo>
                    <a:pt x="2763316" y="15544"/>
                  </a:lnTo>
                  <a:lnTo>
                    <a:pt x="2807046" y="34032"/>
                  </a:lnTo>
                  <a:lnTo>
                    <a:pt x="2846984" y="58826"/>
                  </a:lnTo>
                  <a:lnTo>
                    <a:pt x="2882503" y="89296"/>
                  </a:lnTo>
                  <a:lnTo>
                    <a:pt x="2912973" y="124815"/>
                  </a:lnTo>
                  <a:lnTo>
                    <a:pt x="2937767" y="164753"/>
                  </a:lnTo>
                  <a:lnTo>
                    <a:pt x="2956255" y="208483"/>
                  </a:lnTo>
                  <a:lnTo>
                    <a:pt x="2967809" y="255374"/>
                  </a:lnTo>
                  <a:lnTo>
                    <a:pt x="2971800" y="304800"/>
                  </a:lnTo>
                  <a:lnTo>
                    <a:pt x="2971800" y="1524000"/>
                  </a:lnTo>
                  <a:lnTo>
                    <a:pt x="2967809" y="1573425"/>
                  </a:lnTo>
                  <a:lnTo>
                    <a:pt x="2956255" y="1620316"/>
                  </a:lnTo>
                  <a:lnTo>
                    <a:pt x="2937767" y="1664046"/>
                  </a:lnTo>
                  <a:lnTo>
                    <a:pt x="2912973" y="1703984"/>
                  </a:lnTo>
                  <a:lnTo>
                    <a:pt x="2882503" y="1739503"/>
                  </a:lnTo>
                  <a:lnTo>
                    <a:pt x="2846984" y="1769973"/>
                  </a:lnTo>
                  <a:lnTo>
                    <a:pt x="2807046" y="1794767"/>
                  </a:lnTo>
                  <a:lnTo>
                    <a:pt x="2763316" y="1813255"/>
                  </a:lnTo>
                  <a:lnTo>
                    <a:pt x="2716425" y="1824809"/>
                  </a:lnTo>
                  <a:lnTo>
                    <a:pt x="2667000" y="1828800"/>
                  </a:lnTo>
                  <a:lnTo>
                    <a:pt x="304800" y="1828800"/>
                  </a:lnTo>
                  <a:lnTo>
                    <a:pt x="255374" y="1824809"/>
                  </a:lnTo>
                  <a:lnTo>
                    <a:pt x="208483" y="1813255"/>
                  </a:lnTo>
                  <a:lnTo>
                    <a:pt x="164753" y="1794767"/>
                  </a:lnTo>
                  <a:lnTo>
                    <a:pt x="124815" y="1769973"/>
                  </a:lnTo>
                  <a:lnTo>
                    <a:pt x="89296" y="1739503"/>
                  </a:lnTo>
                  <a:lnTo>
                    <a:pt x="58826" y="1703984"/>
                  </a:lnTo>
                  <a:lnTo>
                    <a:pt x="34032" y="1664046"/>
                  </a:lnTo>
                  <a:lnTo>
                    <a:pt x="15544" y="1620316"/>
                  </a:lnTo>
                  <a:lnTo>
                    <a:pt x="3990" y="1573425"/>
                  </a:lnTo>
                  <a:lnTo>
                    <a:pt x="0" y="1524000"/>
                  </a:lnTo>
                  <a:lnTo>
                    <a:pt x="0" y="304800"/>
                  </a:lnTo>
                  <a:close/>
                </a:path>
              </a:pathLst>
            </a:custGeom>
            <a:ln w="19050">
              <a:solidFill>
                <a:srgbClr val="85AA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655941" y="1314132"/>
            <a:ext cx="2418080" cy="113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F37BD"/>
                </a:solidFill>
                <a:latin typeface="Aptos Display"/>
                <a:cs typeface="Aptos Display"/>
              </a:rPr>
              <a:t>SEARCH</a:t>
            </a:r>
            <a:endParaRPr sz="1800">
              <a:latin typeface="Aptos Display"/>
              <a:cs typeface="Aptos Display"/>
            </a:endParaRPr>
          </a:p>
          <a:p>
            <a:pPr marL="12700" marR="5080">
              <a:lnSpc>
                <a:spcPct val="100600"/>
              </a:lnSpc>
              <a:spcBef>
                <a:spcPts val="1460"/>
              </a:spcBef>
            </a:pP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Find</a:t>
            </a:r>
            <a:r>
              <a:rPr sz="1400" spc="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</a:t>
            </a:r>
            <a:r>
              <a:rPr sz="1400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contact</a:t>
            </a:r>
            <a:r>
              <a:rPr sz="1400" spc="-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quickly</a:t>
            </a:r>
            <a:r>
              <a:rPr sz="1400" spc="-4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using</a:t>
            </a:r>
            <a:r>
              <a:rPr sz="1400" spc="-8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50" dirty="0">
                <a:solidFill>
                  <a:srgbClr val="18252A"/>
                </a:solidFill>
                <a:latin typeface="Aptos"/>
                <a:cs typeface="Aptos"/>
              </a:rPr>
              <a:t>a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suitable detail</a:t>
            </a:r>
            <a:r>
              <a:rPr sz="1400" spc="-6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such</a:t>
            </a:r>
            <a:r>
              <a:rPr sz="1400" spc="-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as</a:t>
            </a:r>
            <a:r>
              <a:rPr sz="1400" spc="-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name 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or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phone.</a:t>
            </a:r>
            <a:endParaRPr sz="1400">
              <a:latin typeface="Aptos"/>
              <a:cs typeface="Apto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66750" y="3333750"/>
            <a:ext cx="3100705" cy="1957705"/>
            <a:chOff x="666750" y="3333750"/>
            <a:chExt cx="3100705" cy="1957705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750" y="3333750"/>
              <a:ext cx="3100451" cy="195745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33425" y="3381375"/>
              <a:ext cx="2971800" cy="1828800"/>
            </a:xfrm>
            <a:custGeom>
              <a:avLst/>
              <a:gdLst/>
              <a:ahLst/>
              <a:cxnLst/>
              <a:rect l="l" t="t" r="r" b="b"/>
              <a:pathLst>
                <a:path w="2971800" h="1828800">
                  <a:moveTo>
                    <a:pt x="2667000" y="0"/>
                  </a:moveTo>
                  <a:lnTo>
                    <a:pt x="304800" y="0"/>
                  </a:lnTo>
                  <a:lnTo>
                    <a:pt x="255359" y="3990"/>
                  </a:lnTo>
                  <a:lnTo>
                    <a:pt x="208458" y="15544"/>
                  </a:lnTo>
                  <a:lnTo>
                    <a:pt x="164725" y="34032"/>
                  </a:lnTo>
                  <a:lnTo>
                    <a:pt x="124788" y="58826"/>
                  </a:lnTo>
                  <a:lnTo>
                    <a:pt x="89273" y="89296"/>
                  </a:lnTo>
                  <a:lnTo>
                    <a:pt x="58808" y="124815"/>
                  </a:lnTo>
                  <a:lnTo>
                    <a:pt x="34020" y="164753"/>
                  </a:lnTo>
                  <a:lnTo>
                    <a:pt x="15538" y="208483"/>
                  </a:lnTo>
                  <a:lnTo>
                    <a:pt x="3989" y="255374"/>
                  </a:lnTo>
                  <a:lnTo>
                    <a:pt x="0" y="304800"/>
                  </a:lnTo>
                  <a:lnTo>
                    <a:pt x="0" y="1524000"/>
                  </a:lnTo>
                  <a:lnTo>
                    <a:pt x="3989" y="1573425"/>
                  </a:lnTo>
                  <a:lnTo>
                    <a:pt x="15538" y="1620316"/>
                  </a:lnTo>
                  <a:lnTo>
                    <a:pt x="34020" y="1664046"/>
                  </a:lnTo>
                  <a:lnTo>
                    <a:pt x="58808" y="1703984"/>
                  </a:lnTo>
                  <a:lnTo>
                    <a:pt x="89273" y="1739503"/>
                  </a:lnTo>
                  <a:lnTo>
                    <a:pt x="124788" y="1769973"/>
                  </a:lnTo>
                  <a:lnTo>
                    <a:pt x="164725" y="1794767"/>
                  </a:lnTo>
                  <a:lnTo>
                    <a:pt x="208458" y="1813255"/>
                  </a:lnTo>
                  <a:lnTo>
                    <a:pt x="255359" y="1824809"/>
                  </a:lnTo>
                  <a:lnTo>
                    <a:pt x="304800" y="1828800"/>
                  </a:lnTo>
                  <a:lnTo>
                    <a:pt x="2667000" y="1828800"/>
                  </a:lnTo>
                  <a:lnTo>
                    <a:pt x="2716425" y="1824809"/>
                  </a:lnTo>
                  <a:lnTo>
                    <a:pt x="2763316" y="1813255"/>
                  </a:lnTo>
                  <a:lnTo>
                    <a:pt x="2807046" y="1794767"/>
                  </a:lnTo>
                  <a:lnTo>
                    <a:pt x="2846984" y="1769973"/>
                  </a:lnTo>
                  <a:lnTo>
                    <a:pt x="2882503" y="1739503"/>
                  </a:lnTo>
                  <a:lnTo>
                    <a:pt x="2912973" y="1703984"/>
                  </a:lnTo>
                  <a:lnTo>
                    <a:pt x="2937767" y="1664046"/>
                  </a:lnTo>
                  <a:lnTo>
                    <a:pt x="2956255" y="1620316"/>
                  </a:lnTo>
                  <a:lnTo>
                    <a:pt x="2967809" y="1573425"/>
                  </a:lnTo>
                  <a:lnTo>
                    <a:pt x="2971800" y="1524000"/>
                  </a:lnTo>
                  <a:lnTo>
                    <a:pt x="2971800" y="304800"/>
                  </a:lnTo>
                  <a:lnTo>
                    <a:pt x="2967809" y="255374"/>
                  </a:lnTo>
                  <a:lnTo>
                    <a:pt x="2956255" y="208483"/>
                  </a:lnTo>
                  <a:lnTo>
                    <a:pt x="2937767" y="164753"/>
                  </a:lnTo>
                  <a:lnTo>
                    <a:pt x="2912973" y="124815"/>
                  </a:lnTo>
                  <a:lnTo>
                    <a:pt x="2882503" y="89296"/>
                  </a:lnTo>
                  <a:lnTo>
                    <a:pt x="2846984" y="58826"/>
                  </a:lnTo>
                  <a:lnTo>
                    <a:pt x="2807046" y="34032"/>
                  </a:lnTo>
                  <a:lnTo>
                    <a:pt x="2763316" y="15544"/>
                  </a:lnTo>
                  <a:lnTo>
                    <a:pt x="2716425" y="399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3425" y="3381375"/>
              <a:ext cx="2971800" cy="1828800"/>
            </a:xfrm>
            <a:custGeom>
              <a:avLst/>
              <a:gdLst/>
              <a:ahLst/>
              <a:cxnLst/>
              <a:rect l="l" t="t" r="r" b="b"/>
              <a:pathLst>
                <a:path w="2971800" h="1828800">
                  <a:moveTo>
                    <a:pt x="0" y="304800"/>
                  </a:moveTo>
                  <a:lnTo>
                    <a:pt x="3989" y="255374"/>
                  </a:lnTo>
                  <a:lnTo>
                    <a:pt x="15538" y="208483"/>
                  </a:lnTo>
                  <a:lnTo>
                    <a:pt x="34020" y="164753"/>
                  </a:lnTo>
                  <a:lnTo>
                    <a:pt x="58808" y="124815"/>
                  </a:lnTo>
                  <a:lnTo>
                    <a:pt x="89273" y="89296"/>
                  </a:lnTo>
                  <a:lnTo>
                    <a:pt x="124788" y="58826"/>
                  </a:lnTo>
                  <a:lnTo>
                    <a:pt x="164725" y="34032"/>
                  </a:lnTo>
                  <a:lnTo>
                    <a:pt x="208458" y="15544"/>
                  </a:lnTo>
                  <a:lnTo>
                    <a:pt x="255359" y="3990"/>
                  </a:lnTo>
                  <a:lnTo>
                    <a:pt x="304800" y="0"/>
                  </a:lnTo>
                  <a:lnTo>
                    <a:pt x="2667000" y="0"/>
                  </a:lnTo>
                  <a:lnTo>
                    <a:pt x="2716425" y="3990"/>
                  </a:lnTo>
                  <a:lnTo>
                    <a:pt x="2763316" y="15544"/>
                  </a:lnTo>
                  <a:lnTo>
                    <a:pt x="2807046" y="34032"/>
                  </a:lnTo>
                  <a:lnTo>
                    <a:pt x="2846984" y="58826"/>
                  </a:lnTo>
                  <a:lnTo>
                    <a:pt x="2882503" y="89296"/>
                  </a:lnTo>
                  <a:lnTo>
                    <a:pt x="2912973" y="124815"/>
                  </a:lnTo>
                  <a:lnTo>
                    <a:pt x="2937767" y="164753"/>
                  </a:lnTo>
                  <a:lnTo>
                    <a:pt x="2956255" y="208483"/>
                  </a:lnTo>
                  <a:lnTo>
                    <a:pt x="2967809" y="255374"/>
                  </a:lnTo>
                  <a:lnTo>
                    <a:pt x="2971800" y="304800"/>
                  </a:lnTo>
                  <a:lnTo>
                    <a:pt x="2971800" y="1524000"/>
                  </a:lnTo>
                  <a:lnTo>
                    <a:pt x="2967809" y="1573425"/>
                  </a:lnTo>
                  <a:lnTo>
                    <a:pt x="2956255" y="1620316"/>
                  </a:lnTo>
                  <a:lnTo>
                    <a:pt x="2937767" y="1664046"/>
                  </a:lnTo>
                  <a:lnTo>
                    <a:pt x="2912973" y="1703984"/>
                  </a:lnTo>
                  <a:lnTo>
                    <a:pt x="2882503" y="1739503"/>
                  </a:lnTo>
                  <a:lnTo>
                    <a:pt x="2846984" y="1769973"/>
                  </a:lnTo>
                  <a:lnTo>
                    <a:pt x="2807046" y="1794767"/>
                  </a:lnTo>
                  <a:lnTo>
                    <a:pt x="2763316" y="1813255"/>
                  </a:lnTo>
                  <a:lnTo>
                    <a:pt x="2716425" y="1824809"/>
                  </a:lnTo>
                  <a:lnTo>
                    <a:pt x="2667000" y="1828800"/>
                  </a:lnTo>
                  <a:lnTo>
                    <a:pt x="304800" y="1828800"/>
                  </a:lnTo>
                  <a:lnTo>
                    <a:pt x="255359" y="1824809"/>
                  </a:lnTo>
                  <a:lnTo>
                    <a:pt x="208458" y="1813255"/>
                  </a:lnTo>
                  <a:lnTo>
                    <a:pt x="164725" y="1794767"/>
                  </a:lnTo>
                  <a:lnTo>
                    <a:pt x="124788" y="1769973"/>
                  </a:lnTo>
                  <a:lnTo>
                    <a:pt x="89273" y="1739503"/>
                  </a:lnTo>
                  <a:lnTo>
                    <a:pt x="58808" y="1703984"/>
                  </a:lnTo>
                  <a:lnTo>
                    <a:pt x="34020" y="1664046"/>
                  </a:lnTo>
                  <a:lnTo>
                    <a:pt x="15538" y="1620316"/>
                  </a:lnTo>
                  <a:lnTo>
                    <a:pt x="3989" y="1573425"/>
                  </a:lnTo>
                  <a:lnTo>
                    <a:pt x="0" y="1524000"/>
                  </a:lnTo>
                  <a:lnTo>
                    <a:pt x="0" y="304800"/>
                  </a:lnTo>
                  <a:close/>
                </a:path>
              </a:pathLst>
            </a:custGeom>
            <a:ln w="19050">
              <a:solidFill>
                <a:srgbClr val="85AA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75677" y="3511867"/>
            <a:ext cx="1931670" cy="113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F37BD"/>
                </a:solidFill>
                <a:latin typeface="Aptos Display"/>
                <a:cs typeface="Aptos Display"/>
              </a:rPr>
              <a:t>UPDATE</a:t>
            </a:r>
            <a:endParaRPr sz="1800">
              <a:latin typeface="Aptos Display"/>
              <a:cs typeface="Aptos Display"/>
            </a:endParaRPr>
          </a:p>
          <a:p>
            <a:pPr marL="12700" marR="5080">
              <a:lnSpc>
                <a:spcPct val="100600"/>
              </a:lnSpc>
              <a:spcBef>
                <a:spcPts val="1460"/>
              </a:spcBef>
            </a:pP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Edit</a:t>
            </a: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existing</a:t>
            </a: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contact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information</a:t>
            </a:r>
            <a:r>
              <a:rPr sz="1400" spc="-5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when</a:t>
            </a:r>
            <a:r>
              <a:rPr sz="1400" spc="-6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details change.</a:t>
            </a:r>
            <a:endParaRPr sz="1400">
              <a:latin typeface="Aptos"/>
              <a:cs typeface="Apto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000500" y="3333750"/>
            <a:ext cx="3100705" cy="1957705"/>
            <a:chOff x="4000500" y="3333750"/>
            <a:chExt cx="3100705" cy="1957705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00500" y="3333750"/>
              <a:ext cx="3100451" cy="195745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067175" y="3381375"/>
              <a:ext cx="2971800" cy="1828800"/>
            </a:xfrm>
            <a:custGeom>
              <a:avLst/>
              <a:gdLst/>
              <a:ahLst/>
              <a:cxnLst/>
              <a:rect l="l" t="t" r="r" b="b"/>
              <a:pathLst>
                <a:path w="2971800" h="1828800">
                  <a:moveTo>
                    <a:pt x="2667000" y="0"/>
                  </a:moveTo>
                  <a:lnTo>
                    <a:pt x="304800" y="0"/>
                  </a:ln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0" y="1524000"/>
                  </a:lnTo>
                  <a:lnTo>
                    <a:pt x="3990" y="1573425"/>
                  </a:lnTo>
                  <a:lnTo>
                    <a:pt x="15544" y="1620316"/>
                  </a:lnTo>
                  <a:lnTo>
                    <a:pt x="34032" y="1664046"/>
                  </a:lnTo>
                  <a:lnTo>
                    <a:pt x="58826" y="1703984"/>
                  </a:lnTo>
                  <a:lnTo>
                    <a:pt x="89296" y="1739503"/>
                  </a:lnTo>
                  <a:lnTo>
                    <a:pt x="124815" y="1769973"/>
                  </a:lnTo>
                  <a:lnTo>
                    <a:pt x="164753" y="1794767"/>
                  </a:lnTo>
                  <a:lnTo>
                    <a:pt x="208483" y="1813255"/>
                  </a:lnTo>
                  <a:lnTo>
                    <a:pt x="255374" y="1824809"/>
                  </a:lnTo>
                  <a:lnTo>
                    <a:pt x="304800" y="1828800"/>
                  </a:lnTo>
                  <a:lnTo>
                    <a:pt x="2667000" y="1828800"/>
                  </a:lnTo>
                  <a:lnTo>
                    <a:pt x="2716425" y="1824809"/>
                  </a:lnTo>
                  <a:lnTo>
                    <a:pt x="2763316" y="1813255"/>
                  </a:lnTo>
                  <a:lnTo>
                    <a:pt x="2807046" y="1794767"/>
                  </a:lnTo>
                  <a:lnTo>
                    <a:pt x="2846984" y="1769973"/>
                  </a:lnTo>
                  <a:lnTo>
                    <a:pt x="2882503" y="1739503"/>
                  </a:lnTo>
                  <a:lnTo>
                    <a:pt x="2912973" y="1703984"/>
                  </a:lnTo>
                  <a:lnTo>
                    <a:pt x="2937767" y="1664046"/>
                  </a:lnTo>
                  <a:lnTo>
                    <a:pt x="2956255" y="1620316"/>
                  </a:lnTo>
                  <a:lnTo>
                    <a:pt x="2967809" y="1573425"/>
                  </a:lnTo>
                  <a:lnTo>
                    <a:pt x="2971800" y="1524000"/>
                  </a:lnTo>
                  <a:lnTo>
                    <a:pt x="2971800" y="304800"/>
                  </a:lnTo>
                  <a:lnTo>
                    <a:pt x="2967809" y="255374"/>
                  </a:lnTo>
                  <a:lnTo>
                    <a:pt x="2956255" y="208483"/>
                  </a:lnTo>
                  <a:lnTo>
                    <a:pt x="2937767" y="164753"/>
                  </a:lnTo>
                  <a:lnTo>
                    <a:pt x="2912973" y="124815"/>
                  </a:lnTo>
                  <a:lnTo>
                    <a:pt x="2882503" y="89296"/>
                  </a:lnTo>
                  <a:lnTo>
                    <a:pt x="2846984" y="58826"/>
                  </a:lnTo>
                  <a:lnTo>
                    <a:pt x="2807046" y="34032"/>
                  </a:lnTo>
                  <a:lnTo>
                    <a:pt x="2763316" y="15544"/>
                  </a:lnTo>
                  <a:lnTo>
                    <a:pt x="2716425" y="399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067175" y="3381375"/>
              <a:ext cx="2971800" cy="1828800"/>
            </a:xfrm>
            <a:custGeom>
              <a:avLst/>
              <a:gdLst/>
              <a:ahLst/>
              <a:cxnLst/>
              <a:rect l="l" t="t" r="r" b="b"/>
              <a:pathLst>
                <a:path w="2971800" h="18288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2667000" y="0"/>
                  </a:lnTo>
                  <a:lnTo>
                    <a:pt x="2716425" y="3990"/>
                  </a:lnTo>
                  <a:lnTo>
                    <a:pt x="2763316" y="15544"/>
                  </a:lnTo>
                  <a:lnTo>
                    <a:pt x="2807046" y="34032"/>
                  </a:lnTo>
                  <a:lnTo>
                    <a:pt x="2846984" y="58826"/>
                  </a:lnTo>
                  <a:lnTo>
                    <a:pt x="2882503" y="89296"/>
                  </a:lnTo>
                  <a:lnTo>
                    <a:pt x="2912973" y="124815"/>
                  </a:lnTo>
                  <a:lnTo>
                    <a:pt x="2937767" y="164753"/>
                  </a:lnTo>
                  <a:lnTo>
                    <a:pt x="2956255" y="208483"/>
                  </a:lnTo>
                  <a:lnTo>
                    <a:pt x="2967809" y="255374"/>
                  </a:lnTo>
                  <a:lnTo>
                    <a:pt x="2971800" y="304800"/>
                  </a:lnTo>
                  <a:lnTo>
                    <a:pt x="2971800" y="1524000"/>
                  </a:lnTo>
                  <a:lnTo>
                    <a:pt x="2967809" y="1573425"/>
                  </a:lnTo>
                  <a:lnTo>
                    <a:pt x="2956255" y="1620316"/>
                  </a:lnTo>
                  <a:lnTo>
                    <a:pt x="2937767" y="1664046"/>
                  </a:lnTo>
                  <a:lnTo>
                    <a:pt x="2912973" y="1703984"/>
                  </a:lnTo>
                  <a:lnTo>
                    <a:pt x="2882503" y="1739503"/>
                  </a:lnTo>
                  <a:lnTo>
                    <a:pt x="2846984" y="1769973"/>
                  </a:lnTo>
                  <a:lnTo>
                    <a:pt x="2807046" y="1794767"/>
                  </a:lnTo>
                  <a:lnTo>
                    <a:pt x="2763316" y="1813255"/>
                  </a:lnTo>
                  <a:lnTo>
                    <a:pt x="2716425" y="1824809"/>
                  </a:lnTo>
                  <a:lnTo>
                    <a:pt x="2667000" y="1828800"/>
                  </a:lnTo>
                  <a:lnTo>
                    <a:pt x="304800" y="1828800"/>
                  </a:lnTo>
                  <a:lnTo>
                    <a:pt x="255374" y="1824809"/>
                  </a:lnTo>
                  <a:lnTo>
                    <a:pt x="208483" y="1813255"/>
                  </a:lnTo>
                  <a:lnTo>
                    <a:pt x="164753" y="1794767"/>
                  </a:lnTo>
                  <a:lnTo>
                    <a:pt x="124815" y="1769973"/>
                  </a:lnTo>
                  <a:lnTo>
                    <a:pt x="89296" y="1739503"/>
                  </a:lnTo>
                  <a:lnTo>
                    <a:pt x="58826" y="1703984"/>
                  </a:lnTo>
                  <a:lnTo>
                    <a:pt x="34032" y="1664046"/>
                  </a:lnTo>
                  <a:lnTo>
                    <a:pt x="15544" y="1620316"/>
                  </a:lnTo>
                  <a:lnTo>
                    <a:pt x="3990" y="1573425"/>
                  </a:lnTo>
                  <a:lnTo>
                    <a:pt x="0" y="1524000"/>
                  </a:lnTo>
                  <a:lnTo>
                    <a:pt x="0" y="304800"/>
                  </a:lnTo>
                  <a:close/>
                </a:path>
              </a:pathLst>
            </a:custGeom>
            <a:ln w="19050">
              <a:solidFill>
                <a:srgbClr val="85AA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315840" y="3511867"/>
            <a:ext cx="2311400" cy="920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F37BD"/>
                </a:solidFill>
                <a:latin typeface="Aptos Display"/>
                <a:cs typeface="Aptos Display"/>
              </a:rPr>
              <a:t>DELETE</a:t>
            </a:r>
            <a:endParaRPr sz="1800">
              <a:latin typeface="Aptos Display"/>
              <a:cs typeface="Aptos Display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Remove</a:t>
            </a:r>
            <a:r>
              <a:rPr sz="1400" spc="-5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an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unwanted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contact</a:t>
            </a:r>
            <a:endParaRPr sz="1400">
              <a:latin typeface="Aptos"/>
              <a:cs typeface="Apto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from</a:t>
            </a:r>
            <a:r>
              <a:rPr sz="1400" spc="-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the</a:t>
            </a: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address</a:t>
            </a:r>
            <a:r>
              <a:rPr sz="1400" spc="-3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book.</a:t>
            </a:r>
            <a:endParaRPr sz="1400">
              <a:latin typeface="Aptos"/>
              <a:cs typeface="Apto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343775" y="3333750"/>
            <a:ext cx="3100705" cy="1957705"/>
            <a:chOff x="7343775" y="3333750"/>
            <a:chExt cx="3100705" cy="1957705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43775" y="3333750"/>
              <a:ext cx="3100451" cy="1957451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410450" y="3381375"/>
              <a:ext cx="2971800" cy="1828800"/>
            </a:xfrm>
            <a:custGeom>
              <a:avLst/>
              <a:gdLst/>
              <a:ahLst/>
              <a:cxnLst/>
              <a:rect l="l" t="t" r="r" b="b"/>
              <a:pathLst>
                <a:path w="2971800" h="1828800">
                  <a:moveTo>
                    <a:pt x="2667000" y="0"/>
                  </a:moveTo>
                  <a:lnTo>
                    <a:pt x="304800" y="0"/>
                  </a:ln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0" y="1524000"/>
                  </a:lnTo>
                  <a:lnTo>
                    <a:pt x="3990" y="1573425"/>
                  </a:lnTo>
                  <a:lnTo>
                    <a:pt x="15544" y="1620316"/>
                  </a:lnTo>
                  <a:lnTo>
                    <a:pt x="34032" y="1664046"/>
                  </a:lnTo>
                  <a:lnTo>
                    <a:pt x="58826" y="1703984"/>
                  </a:lnTo>
                  <a:lnTo>
                    <a:pt x="89296" y="1739503"/>
                  </a:lnTo>
                  <a:lnTo>
                    <a:pt x="124815" y="1769973"/>
                  </a:lnTo>
                  <a:lnTo>
                    <a:pt x="164753" y="1794767"/>
                  </a:lnTo>
                  <a:lnTo>
                    <a:pt x="208483" y="1813255"/>
                  </a:lnTo>
                  <a:lnTo>
                    <a:pt x="255374" y="1824809"/>
                  </a:lnTo>
                  <a:lnTo>
                    <a:pt x="304800" y="1828800"/>
                  </a:lnTo>
                  <a:lnTo>
                    <a:pt x="2667000" y="1828800"/>
                  </a:lnTo>
                  <a:lnTo>
                    <a:pt x="2716425" y="1824809"/>
                  </a:lnTo>
                  <a:lnTo>
                    <a:pt x="2763316" y="1813255"/>
                  </a:lnTo>
                  <a:lnTo>
                    <a:pt x="2807046" y="1794767"/>
                  </a:lnTo>
                  <a:lnTo>
                    <a:pt x="2846984" y="1769973"/>
                  </a:lnTo>
                  <a:lnTo>
                    <a:pt x="2882503" y="1739503"/>
                  </a:lnTo>
                  <a:lnTo>
                    <a:pt x="2912973" y="1703984"/>
                  </a:lnTo>
                  <a:lnTo>
                    <a:pt x="2937767" y="1664046"/>
                  </a:lnTo>
                  <a:lnTo>
                    <a:pt x="2956255" y="1620316"/>
                  </a:lnTo>
                  <a:lnTo>
                    <a:pt x="2967809" y="1573425"/>
                  </a:lnTo>
                  <a:lnTo>
                    <a:pt x="2971800" y="1524000"/>
                  </a:lnTo>
                  <a:lnTo>
                    <a:pt x="2971800" y="304800"/>
                  </a:lnTo>
                  <a:lnTo>
                    <a:pt x="2967809" y="255374"/>
                  </a:lnTo>
                  <a:lnTo>
                    <a:pt x="2956255" y="208483"/>
                  </a:lnTo>
                  <a:lnTo>
                    <a:pt x="2937767" y="164753"/>
                  </a:lnTo>
                  <a:lnTo>
                    <a:pt x="2912973" y="124815"/>
                  </a:lnTo>
                  <a:lnTo>
                    <a:pt x="2882503" y="89296"/>
                  </a:lnTo>
                  <a:lnTo>
                    <a:pt x="2846984" y="58826"/>
                  </a:lnTo>
                  <a:lnTo>
                    <a:pt x="2807046" y="34032"/>
                  </a:lnTo>
                  <a:lnTo>
                    <a:pt x="2763316" y="15544"/>
                  </a:lnTo>
                  <a:lnTo>
                    <a:pt x="2716425" y="399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410450" y="3381375"/>
              <a:ext cx="2971800" cy="1828800"/>
            </a:xfrm>
            <a:custGeom>
              <a:avLst/>
              <a:gdLst/>
              <a:ahLst/>
              <a:cxnLst/>
              <a:rect l="l" t="t" r="r" b="b"/>
              <a:pathLst>
                <a:path w="2971800" h="18288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2667000" y="0"/>
                  </a:lnTo>
                  <a:lnTo>
                    <a:pt x="2716425" y="3990"/>
                  </a:lnTo>
                  <a:lnTo>
                    <a:pt x="2763316" y="15544"/>
                  </a:lnTo>
                  <a:lnTo>
                    <a:pt x="2807046" y="34032"/>
                  </a:lnTo>
                  <a:lnTo>
                    <a:pt x="2846984" y="58826"/>
                  </a:lnTo>
                  <a:lnTo>
                    <a:pt x="2882503" y="89296"/>
                  </a:lnTo>
                  <a:lnTo>
                    <a:pt x="2912973" y="124815"/>
                  </a:lnTo>
                  <a:lnTo>
                    <a:pt x="2937767" y="164753"/>
                  </a:lnTo>
                  <a:lnTo>
                    <a:pt x="2956255" y="208483"/>
                  </a:lnTo>
                  <a:lnTo>
                    <a:pt x="2967809" y="255374"/>
                  </a:lnTo>
                  <a:lnTo>
                    <a:pt x="2971800" y="304800"/>
                  </a:lnTo>
                  <a:lnTo>
                    <a:pt x="2971800" y="1524000"/>
                  </a:lnTo>
                  <a:lnTo>
                    <a:pt x="2967809" y="1573425"/>
                  </a:lnTo>
                  <a:lnTo>
                    <a:pt x="2956255" y="1620316"/>
                  </a:lnTo>
                  <a:lnTo>
                    <a:pt x="2937767" y="1664046"/>
                  </a:lnTo>
                  <a:lnTo>
                    <a:pt x="2912973" y="1703984"/>
                  </a:lnTo>
                  <a:lnTo>
                    <a:pt x="2882503" y="1739503"/>
                  </a:lnTo>
                  <a:lnTo>
                    <a:pt x="2846984" y="1769973"/>
                  </a:lnTo>
                  <a:lnTo>
                    <a:pt x="2807046" y="1794767"/>
                  </a:lnTo>
                  <a:lnTo>
                    <a:pt x="2763316" y="1813255"/>
                  </a:lnTo>
                  <a:lnTo>
                    <a:pt x="2716425" y="1824809"/>
                  </a:lnTo>
                  <a:lnTo>
                    <a:pt x="2667000" y="1828800"/>
                  </a:lnTo>
                  <a:lnTo>
                    <a:pt x="304800" y="1828800"/>
                  </a:lnTo>
                  <a:lnTo>
                    <a:pt x="255374" y="1824809"/>
                  </a:lnTo>
                  <a:lnTo>
                    <a:pt x="208483" y="1813255"/>
                  </a:lnTo>
                  <a:lnTo>
                    <a:pt x="164753" y="1794767"/>
                  </a:lnTo>
                  <a:lnTo>
                    <a:pt x="124815" y="1769973"/>
                  </a:lnTo>
                  <a:lnTo>
                    <a:pt x="89296" y="1739503"/>
                  </a:lnTo>
                  <a:lnTo>
                    <a:pt x="58826" y="1703984"/>
                  </a:lnTo>
                  <a:lnTo>
                    <a:pt x="34032" y="1664046"/>
                  </a:lnTo>
                  <a:lnTo>
                    <a:pt x="15544" y="1620316"/>
                  </a:lnTo>
                  <a:lnTo>
                    <a:pt x="3990" y="1573425"/>
                  </a:lnTo>
                  <a:lnTo>
                    <a:pt x="0" y="1524000"/>
                  </a:lnTo>
                  <a:lnTo>
                    <a:pt x="0" y="304800"/>
                  </a:lnTo>
                  <a:close/>
                </a:path>
              </a:pathLst>
            </a:custGeom>
            <a:ln w="19050">
              <a:solidFill>
                <a:srgbClr val="1F37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655941" y="3511867"/>
            <a:ext cx="2443480" cy="920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37BD"/>
                </a:solidFill>
                <a:latin typeface="Aptos Display"/>
                <a:cs typeface="Aptos Display"/>
              </a:rPr>
              <a:t>PERMANENT</a:t>
            </a:r>
            <a:r>
              <a:rPr sz="1800" b="1" spc="-40" dirty="0">
                <a:solidFill>
                  <a:srgbClr val="1F37BD"/>
                </a:solidFill>
                <a:latin typeface="Aptos Display"/>
                <a:cs typeface="Aptos Display"/>
              </a:rPr>
              <a:t> </a:t>
            </a:r>
            <a:r>
              <a:rPr sz="1800" b="1" spc="-10" dirty="0">
                <a:solidFill>
                  <a:srgbClr val="1F37BD"/>
                </a:solidFill>
                <a:latin typeface="Aptos Display"/>
                <a:cs typeface="Aptos Display"/>
              </a:rPr>
              <a:t>STORAGE</a:t>
            </a:r>
            <a:endParaRPr sz="1800">
              <a:latin typeface="Aptos Display"/>
              <a:cs typeface="Aptos Display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Keep records</a:t>
            </a:r>
            <a:r>
              <a:rPr sz="1400" spc="-5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available</a:t>
            </a:r>
            <a:r>
              <a:rPr sz="1400" spc="-3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after</a:t>
            </a:r>
            <a:r>
              <a:rPr sz="1400" spc="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the</a:t>
            </a:r>
            <a:endParaRPr sz="1400">
              <a:latin typeface="Aptos"/>
              <a:cs typeface="Apto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program</a:t>
            </a:r>
            <a:r>
              <a:rPr sz="1400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is</a:t>
            </a:r>
            <a:r>
              <a:rPr sz="1400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closed.</a:t>
            </a:r>
            <a:endParaRPr sz="1400">
              <a:latin typeface="Aptos"/>
              <a:cs typeface="Apto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4775" y="6381750"/>
            <a:ext cx="11968480" cy="386080"/>
            <a:chOff x="104775" y="6381750"/>
            <a:chExt cx="11968480" cy="386080"/>
          </a:xfrm>
        </p:grpSpPr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775" y="6381750"/>
              <a:ext cx="11968226" cy="3857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1925" y="6419850"/>
              <a:ext cx="11858625" cy="276225"/>
            </a:xfrm>
            <a:custGeom>
              <a:avLst/>
              <a:gdLst/>
              <a:ahLst/>
              <a:cxnLst/>
              <a:rect l="l" t="t" r="r" b="b"/>
              <a:pathLst>
                <a:path w="11858625" h="276225">
                  <a:moveTo>
                    <a:pt x="1185862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11858625" y="276225"/>
                  </a:lnTo>
                  <a:lnTo>
                    <a:pt x="11858625" y="0"/>
                  </a:lnTo>
                  <a:close/>
                </a:path>
              </a:pathLst>
            </a:custGeom>
            <a:solidFill>
              <a:srgbClr val="85AA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S.</a:t>
            </a:r>
            <a:r>
              <a:rPr spc="5" dirty="0"/>
              <a:t> </a:t>
            </a:r>
            <a:r>
              <a:rPr dirty="0"/>
              <a:t>B.</a:t>
            </a:r>
            <a:r>
              <a:rPr spc="10" dirty="0"/>
              <a:t> </a:t>
            </a:r>
            <a:r>
              <a:rPr dirty="0"/>
              <a:t>JAIN</a:t>
            </a:r>
            <a:r>
              <a:rPr spc="5" dirty="0"/>
              <a:t> </a:t>
            </a:r>
            <a:r>
              <a:rPr spc="-10" dirty="0"/>
              <a:t>INSTITUTE</a:t>
            </a:r>
            <a:r>
              <a:rPr spc="-1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10" dirty="0"/>
              <a:t>TECHNOLOGY</a:t>
            </a:r>
            <a:r>
              <a:rPr spc="5" dirty="0"/>
              <a:t> </a:t>
            </a:r>
            <a:r>
              <a:rPr spc="-10" dirty="0"/>
              <a:t>MANAGEMENT</a:t>
            </a:r>
            <a:r>
              <a:rPr spc="-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dirty="0"/>
              <a:t>RESEARCH,</a:t>
            </a:r>
            <a:r>
              <a:rPr spc="10" dirty="0"/>
              <a:t> </a:t>
            </a:r>
            <a:r>
              <a:rPr spc="-10" dirty="0"/>
              <a:t>NAGPUR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4.</a:t>
            </a:r>
            <a:r>
              <a:rPr spc="2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335" y="1124775"/>
            <a:ext cx="6377940" cy="323977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63830" indent="-151130">
              <a:lnSpc>
                <a:spcPct val="100000"/>
              </a:lnSpc>
              <a:spcBef>
                <a:spcPts val="1090"/>
              </a:spcBef>
              <a:buChar char="•"/>
              <a:tabLst>
                <a:tab pos="163830" algn="l"/>
              </a:tabLst>
            </a:pP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Start</a:t>
            </a:r>
            <a:r>
              <a:rPr sz="1800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the</a:t>
            </a:r>
            <a:r>
              <a:rPr sz="1800" spc="-6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Address</a:t>
            </a:r>
            <a:r>
              <a:rPr sz="1800" spc="-6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Book</a:t>
            </a:r>
            <a:r>
              <a:rPr sz="1800" spc="-7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spc="-10" dirty="0">
                <a:solidFill>
                  <a:srgbClr val="18252A"/>
                </a:solidFill>
                <a:latin typeface="Aptos"/>
                <a:cs typeface="Aptos"/>
              </a:rPr>
              <a:t>application.</a:t>
            </a:r>
            <a:endParaRPr sz="1800">
              <a:latin typeface="Aptos"/>
              <a:cs typeface="Aptos"/>
            </a:endParaRPr>
          </a:p>
          <a:p>
            <a:pPr marL="163830" indent="-151130">
              <a:lnSpc>
                <a:spcPct val="100000"/>
              </a:lnSpc>
              <a:spcBef>
                <a:spcPts val="990"/>
              </a:spcBef>
              <a:buChar char="•"/>
              <a:tabLst>
                <a:tab pos="163830" algn="l"/>
              </a:tabLst>
            </a:pP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Load</a:t>
            </a:r>
            <a:r>
              <a:rPr sz="1800" spc="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spc="-10" dirty="0">
                <a:solidFill>
                  <a:srgbClr val="18252A"/>
                </a:solidFill>
                <a:latin typeface="Aptos"/>
                <a:cs typeface="Aptos"/>
              </a:rPr>
              <a:t>existing</a:t>
            </a: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spc="-10" dirty="0">
                <a:solidFill>
                  <a:srgbClr val="18252A"/>
                </a:solidFill>
                <a:latin typeface="Aptos"/>
                <a:cs typeface="Aptos"/>
              </a:rPr>
              <a:t>contacts</a:t>
            </a:r>
            <a:r>
              <a:rPr sz="1800" spc="-7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from</a:t>
            </a:r>
            <a:r>
              <a:rPr sz="1800" spc="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the</a:t>
            </a:r>
            <a:r>
              <a:rPr sz="1800" spc="-7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spc="-10" dirty="0">
                <a:solidFill>
                  <a:srgbClr val="18252A"/>
                </a:solidFill>
                <a:latin typeface="Aptos"/>
                <a:cs typeface="Aptos"/>
              </a:rPr>
              <a:t>file/database.</a:t>
            </a:r>
            <a:endParaRPr sz="1800">
              <a:latin typeface="Aptos"/>
              <a:cs typeface="Aptos"/>
            </a:endParaRPr>
          </a:p>
          <a:p>
            <a:pPr marL="163830" indent="-151130">
              <a:lnSpc>
                <a:spcPct val="100000"/>
              </a:lnSpc>
              <a:spcBef>
                <a:spcPts val="994"/>
              </a:spcBef>
              <a:buChar char="•"/>
              <a:tabLst>
                <a:tab pos="163830" algn="l"/>
              </a:tabLst>
            </a:pP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Display</a:t>
            </a:r>
            <a:r>
              <a:rPr sz="1800" spc="-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the</a:t>
            </a:r>
            <a:r>
              <a:rPr sz="1800" spc="-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menu:</a:t>
            </a:r>
            <a:r>
              <a:rPr sz="1800" spc="-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Add,</a:t>
            </a:r>
            <a:r>
              <a:rPr sz="1800" spc="-20" dirty="0">
                <a:solidFill>
                  <a:srgbClr val="18252A"/>
                </a:solidFill>
                <a:latin typeface="Aptos"/>
                <a:cs typeface="Aptos"/>
              </a:rPr>
              <a:t> View,</a:t>
            </a:r>
            <a:r>
              <a:rPr sz="1800" spc="-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spc="-10" dirty="0">
                <a:solidFill>
                  <a:srgbClr val="18252A"/>
                </a:solidFill>
                <a:latin typeface="Aptos"/>
                <a:cs typeface="Aptos"/>
              </a:rPr>
              <a:t>Search,</a:t>
            </a:r>
            <a:r>
              <a:rPr sz="1800" spc="-20" dirty="0">
                <a:solidFill>
                  <a:srgbClr val="18252A"/>
                </a:solidFill>
                <a:latin typeface="Aptos"/>
                <a:cs typeface="Aptos"/>
              </a:rPr>
              <a:t> Update,</a:t>
            </a:r>
            <a:r>
              <a:rPr sz="1800" spc="-7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spc="-10" dirty="0">
                <a:solidFill>
                  <a:srgbClr val="18252A"/>
                </a:solidFill>
                <a:latin typeface="Aptos"/>
                <a:cs typeface="Aptos"/>
              </a:rPr>
              <a:t>Delete,</a:t>
            </a:r>
            <a:r>
              <a:rPr sz="1800" spc="-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spc="-10" dirty="0">
                <a:solidFill>
                  <a:srgbClr val="18252A"/>
                </a:solidFill>
                <a:latin typeface="Aptos"/>
                <a:cs typeface="Aptos"/>
              </a:rPr>
              <a:t>Exit.</a:t>
            </a:r>
            <a:endParaRPr sz="1800">
              <a:latin typeface="Aptos"/>
              <a:cs typeface="Aptos"/>
            </a:endParaRPr>
          </a:p>
          <a:p>
            <a:pPr marL="163830" indent="-151130">
              <a:lnSpc>
                <a:spcPct val="100000"/>
              </a:lnSpc>
              <a:spcBef>
                <a:spcPts val="1070"/>
              </a:spcBef>
              <a:buChar char="•"/>
              <a:tabLst>
                <a:tab pos="163830" algn="l"/>
              </a:tabLst>
            </a:pP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Accept</a:t>
            </a:r>
            <a:r>
              <a:rPr sz="1800" spc="-3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the</a:t>
            </a:r>
            <a:r>
              <a:rPr sz="1800" spc="-9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user's</a:t>
            </a:r>
            <a:r>
              <a:rPr sz="1800" spc="-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spc="-10" dirty="0">
                <a:solidFill>
                  <a:srgbClr val="18252A"/>
                </a:solidFill>
                <a:latin typeface="Aptos"/>
                <a:cs typeface="Aptos"/>
              </a:rPr>
              <a:t>choice.</a:t>
            </a:r>
            <a:endParaRPr sz="1800">
              <a:latin typeface="Aptos"/>
              <a:cs typeface="Aptos"/>
            </a:endParaRPr>
          </a:p>
          <a:p>
            <a:pPr marL="163830" indent="-151130">
              <a:lnSpc>
                <a:spcPct val="100000"/>
              </a:lnSpc>
              <a:spcBef>
                <a:spcPts val="994"/>
              </a:spcBef>
              <a:buChar char="•"/>
              <a:tabLst>
                <a:tab pos="163830" algn="l"/>
              </a:tabLst>
            </a:pPr>
            <a:r>
              <a:rPr sz="1800" spc="-10" dirty="0">
                <a:solidFill>
                  <a:srgbClr val="18252A"/>
                </a:solidFill>
                <a:latin typeface="Aptos"/>
                <a:cs typeface="Aptos"/>
              </a:rPr>
              <a:t>Perform</a:t>
            </a:r>
            <a:r>
              <a:rPr sz="1800" spc="-5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the</a:t>
            </a:r>
            <a:r>
              <a:rPr sz="1800" spc="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spc="-10" dirty="0">
                <a:solidFill>
                  <a:srgbClr val="18252A"/>
                </a:solidFill>
                <a:latin typeface="Aptos"/>
                <a:cs typeface="Aptos"/>
              </a:rPr>
              <a:t>selected</a:t>
            </a:r>
            <a:r>
              <a:rPr sz="1800" spc="-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spc="-10" dirty="0">
                <a:solidFill>
                  <a:srgbClr val="18252A"/>
                </a:solidFill>
                <a:latin typeface="Aptos"/>
                <a:cs typeface="Aptos"/>
              </a:rPr>
              <a:t>operation</a:t>
            </a:r>
            <a:r>
              <a:rPr sz="1800" spc="-3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on</a:t>
            </a:r>
            <a:r>
              <a:rPr sz="1800" spc="-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contact</a:t>
            </a:r>
            <a:r>
              <a:rPr sz="1800" spc="-7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spc="-10" dirty="0">
                <a:solidFill>
                  <a:srgbClr val="18252A"/>
                </a:solidFill>
                <a:latin typeface="Aptos"/>
                <a:cs typeface="Aptos"/>
              </a:rPr>
              <a:t>records.</a:t>
            </a:r>
            <a:endParaRPr sz="1800">
              <a:latin typeface="Aptos"/>
              <a:cs typeface="Aptos"/>
            </a:endParaRPr>
          </a:p>
          <a:p>
            <a:pPr marL="163830" indent="-151130">
              <a:lnSpc>
                <a:spcPct val="100000"/>
              </a:lnSpc>
              <a:spcBef>
                <a:spcPts val="994"/>
              </a:spcBef>
              <a:buChar char="•"/>
              <a:tabLst>
                <a:tab pos="163830" algn="l"/>
              </a:tabLst>
            </a:pP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Save</a:t>
            </a:r>
            <a:r>
              <a:rPr sz="1800" spc="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spc="-10" dirty="0">
                <a:solidFill>
                  <a:srgbClr val="18252A"/>
                </a:solidFill>
                <a:latin typeface="Aptos"/>
                <a:cs typeface="Aptos"/>
              </a:rPr>
              <a:t>changes</a:t>
            </a:r>
            <a:r>
              <a:rPr sz="1800" spc="-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spc="-10" dirty="0">
                <a:solidFill>
                  <a:srgbClr val="18252A"/>
                </a:solidFill>
                <a:latin typeface="Aptos"/>
                <a:cs typeface="Aptos"/>
              </a:rPr>
              <a:t>permanently</a:t>
            </a:r>
            <a:r>
              <a:rPr sz="1800" spc="-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after</a:t>
            </a:r>
            <a:r>
              <a:rPr sz="1800" spc="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spc="-25" dirty="0">
                <a:solidFill>
                  <a:srgbClr val="18252A"/>
                </a:solidFill>
                <a:latin typeface="Aptos"/>
                <a:cs typeface="Aptos"/>
              </a:rPr>
              <a:t>add/update/delete</a:t>
            </a:r>
            <a:r>
              <a:rPr sz="1800" spc="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spc="-10" dirty="0">
                <a:solidFill>
                  <a:srgbClr val="18252A"/>
                </a:solidFill>
                <a:latin typeface="Aptos"/>
                <a:cs typeface="Aptos"/>
              </a:rPr>
              <a:t>operations.</a:t>
            </a:r>
            <a:endParaRPr sz="1800">
              <a:latin typeface="Aptos"/>
              <a:cs typeface="Aptos"/>
            </a:endParaRPr>
          </a:p>
          <a:p>
            <a:pPr marL="163830" indent="-151130">
              <a:lnSpc>
                <a:spcPct val="100000"/>
              </a:lnSpc>
              <a:spcBef>
                <a:spcPts val="994"/>
              </a:spcBef>
              <a:buChar char="•"/>
              <a:tabLst>
                <a:tab pos="163830" algn="l"/>
              </a:tabLst>
            </a:pP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Repeat</a:t>
            </a:r>
            <a:r>
              <a:rPr sz="1800" spc="-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the</a:t>
            </a:r>
            <a:r>
              <a:rPr sz="1800" spc="-7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menu</a:t>
            </a:r>
            <a:r>
              <a:rPr sz="1800" spc="-5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until</a:t>
            </a:r>
            <a:r>
              <a:rPr sz="1800" spc="-4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the</a:t>
            </a:r>
            <a:r>
              <a:rPr sz="1800" spc="-7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user</a:t>
            </a:r>
            <a:r>
              <a:rPr sz="1800" spc="-3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selects</a:t>
            </a:r>
            <a:r>
              <a:rPr sz="1800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spc="-10" dirty="0">
                <a:solidFill>
                  <a:srgbClr val="18252A"/>
                </a:solidFill>
                <a:latin typeface="Aptos"/>
                <a:cs typeface="Aptos"/>
              </a:rPr>
              <a:t>Exit.</a:t>
            </a:r>
            <a:endParaRPr sz="1800">
              <a:latin typeface="Aptos"/>
              <a:cs typeface="Aptos"/>
            </a:endParaRPr>
          </a:p>
          <a:p>
            <a:pPr marL="163830" indent="-151130">
              <a:lnSpc>
                <a:spcPct val="100000"/>
              </a:lnSpc>
              <a:spcBef>
                <a:spcPts val="994"/>
              </a:spcBef>
              <a:buChar char="•"/>
              <a:tabLst>
                <a:tab pos="163830" algn="l"/>
              </a:tabLst>
            </a:pP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End</a:t>
            </a:r>
            <a:r>
              <a:rPr sz="1800" spc="-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dirty="0">
                <a:solidFill>
                  <a:srgbClr val="18252A"/>
                </a:solidFill>
                <a:latin typeface="Aptos"/>
                <a:cs typeface="Aptos"/>
              </a:rPr>
              <a:t>the</a:t>
            </a:r>
            <a:r>
              <a:rPr sz="1800" spc="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800" spc="-10" dirty="0">
                <a:solidFill>
                  <a:srgbClr val="18252A"/>
                </a:solidFill>
                <a:latin typeface="Aptos"/>
                <a:cs typeface="Aptos"/>
              </a:rPr>
              <a:t>program.</a:t>
            </a:r>
            <a:endParaRPr sz="1800">
              <a:latin typeface="Aptos"/>
              <a:cs typeface="Apto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4775" y="6381750"/>
            <a:ext cx="11968480" cy="386080"/>
            <a:chOff x="104775" y="6381750"/>
            <a:chExt cx="11968480" cy="3860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775" y="6381750"/>
              <a:ext cx="11968226" cy="3857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1925" y="6419850"/>
              <a:ext cx="11858625" cy="276225"/>
            </a:xfrm>
            <a:custGeom>
              <a:avLst/>
              <a:gdLst/>
              <a:ahLst/>
              <a:cxnLst/>
              <a:rect l="l" t="t" r="r" b="b"/>
              <a:pathLst>
                <a:path w="11858625" h="276225">
                  <a:moveTo>
                    <a:pt x="1185862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11858625" y="276225"/>
                  </a:lnTo>
                  <a:lnTo>
                    <a:pt x="11858625" y="0"/>
                  </a:lnTo>
                  <a:close/>
                </a:path>
              </a:pathLst>
            </a:custGeom>
            <a:solidFill>
              <a:srgbClr val="85AA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S.</a:t>
            </a:r>
            <a:r>
              <a:rPr spc="5" dirty="0"/>
              <a:t> </a:t>
            </a:r>
            <a:r>
              <a:rPr dirty="0"/>
              <a:t>B.</a:t>
            </a:r>
            <a:r>
              <a:rPr spc="10" dirty="0"/>
              <a:t> </a:t>
            </a:r>
            <a:r>
              <a:rPr dirty="0"/>
              <a:t>JAIN</a:t>
            </a:r>
            <a:r>
              <a:rPr spc="5" dirty="0"/>
              <a:t> </a:t>
            </a:r>
            <a:r>
              <a:rPr spc="-10" dirty="0"/>
              <a:t>INSTITUTE</a:t>
            </a:r>
            <a:r>
              <a:rPr spc="-1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10" dirty="0"/>
              <a:t>TECHNOLOGY</a:t>
            </a:r>
            <a:r>
              <a:rPr spc="5" dirty="0"/>
              <a:t> </a:t>
            </a:r>
            <a:r>
              <a:rPr spc="-10" dirty="0"/>
              <a:t>MANAGEMENT</a:t>
            </a:r>
            <a:r>
              <a:rPr spc="-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dirty="0"/>
              <a:t>RESEARCH,</a:t>
            </a:r>
            <a:r>
              <a:rPr spc="10" dirty="0"/>
              <a:t> </a:t>
            </a:r>
            <a:r>
              <a:rPr spc="-10" dirty="0"/>
              <a:t>NAGPUR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5.</a:t>
            </a:r>
            <a:r>
              <a:rPr spc="30" dirty="0"/>
              <a:t> </a:t>
            </a:r>
            <a:r>
              <a:rPr dirty="0"/>
              <a:t>Flowchart</a:t>
            </a:r>
            <a:r>
              <a:rPr spc="-15" dirty="0"/>
              <a:t> </a:t>
            </a:r>
            <a:r>
              <a:rPr dirty="0"/>
              <a:t>/</a:t>
            </a:r>
            <a:r>
              <a:rPr spc="65" dirty="0"/>
              <a:t> </a:t>
            </a:r>
            <a:r>
              <a:rPr dirty="0"/>
              <a:t>Program</a:t>
            </a:r>
            <a:r>
              <a:rPr spc="80" dirty="0"/>
              <a:t> </a:t>
            </a:r>
            <a:r>
              <a:rPr spc="-10" dirty="0"/>
              <a:t>Logic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4775" y="923861"/>
            <a:ext cx="11968480" cy="5843905"/>
            <a:chOff x="104775" y="923861"/>
            <a:chExt cx="11968480" cy="58439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775" y="6381750"/>
              <a:ext cx="11968226" cy="3857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1925" y="6419850"/>
              <a:ext cx="11858625" cy="276225"/>
            </a:xfrm>
            <a:custGeom>
              <a:avLst/>
              <a:gdLst/>
              <a:ahLst/>
              <a:cxnLst/>
              <a:rect l="l" t="t" r="r" b="b"/>
              <a:pathLst>
                <a:path w="11858625" h="276225">
                  <a:moveTo>
                    <a:pt x="1185862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11858625" y="276225"/>
                  </a:lnTo>
                  <a:lnTo>
                    <a:pt x="11858625" y="0"/>
                  </a:lnTo>
                  <a:close/>
                </a:path>
              </a:pathLst>
            </a:custGeom>
            <a:solidFill>
              <a:srgbClr val="85AA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14900" y="923861"/>
              <a:ext cx="2243201" cy="6334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29275" y="1019111"/>
              <a:ext cx="814387" cy="47148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986401" y="966851"/>
              <a:ext cx="2105025" cy="504825"/>
            </a:xfrm>
            <a:custGeom>
              <a:avLst/>
              <a:gdLst/>
              <a:ahLst/>
              <a:cxnLst/>
              <a:rect l="l" t="t" r="r" b="b"/>
              <a:pathLst>
                <a:path w="2105025" h="504825">
                  <a:moveTo>
                    <a:pt x="2020824" y="0"/>
                  </a:moveTo>
                  <a:lnTo>
                    <a:pt x="84074" y="0"/>
                  </a:lnTo>
                  <a:lnTo>
                    <a:pt x="51327" y="6600"/>
                  </a:lnTo>
                  <a:lnTo>
                    <a:pt x="24606" y="24606"/>
                  </a:lnTo>
                  <a:lnTo>
                    <a:pt x="6600" y="51327"/>
                  </a:lnTo>
                  <a:lnTo>
                    <a:pt x="0" y="84074"/>
                  </a:lnTo>
                  <a:lnTo>
                    <a:pt x="0" y="420624"/>
                  </a:lnTo>
                  <a:lnTo>
                    <a:pt x="6600" y="453389"/>
                  </a:lnTo>
                  <a:lnTo>
                    <a:pt x="24606" y="480155"/>
                  </a:lnTo>
                  <a:lnTo>
                    <a:pt x="51327" y="498205"/>
                  </a:lnTo>
                  <a:lnTo>
                    <a:pt x="84074" y="504825"/>
                  </a:lnTo>
                  <a:lnTo>
                    <a:pt x="2020824" y="504825"/>
                  </a:lnTo>
                  <a:lnTo>
                    <a:pt x="2053590" y="498205"/>
                  </a:lnTo>
                  <a:lnTo>
                    <a:pt x="2080355" y="480155"/>
                  </a:lnTo>
                  <a:lnTo>
                    <a:pt x="2098405" y="453389"/>
                  </a:lnTo>
                  <a:lnTo>
                    <a:pt x="2105025" y="420624"/>
                  </a:lnTo>
                  <a:lnTo>
                    <a:pt x="2105025" y="84074"/>
                  </a:lnTo>
                  <a:lnTo>
                    <a:pt x="2098405" y="51327"/>
                  </a:lnTo>
                  <a:lnTo>
                    <a:pt x="2080355" y="24606"/>
                  </a:lnTo>
                  <a:lnTo>
                    <a:pt x="2053590" y="6600"/>
                  </a:lnTo>
                  <a:lnTo>
                    <a:pt x="2020824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86401" y="966851"/>
              <a:ext cx="2105025" cy="504825"/>
            </a:xfrm>
            <a:custGeom>
              <a:avLst/>
              <a:gdLst/>
              <a:ahLst/>
              <a:cxnLst/>
              <a:rect l="l" t="t" r="r" b="b"/>
              <a:pathLst>
                <a:path w="2105025" h="504825">
                  <a:moveTo>
                    <a:pt x="0" y="84074"/>
                  </a:moveTo>
                  <a:lnTo>
                    <a:pt x="6600" y="51327"/>
                  </a:lnTo>
                  <a:lnTo>
                    <a:pt x="24606" y="24606"/>
                  </a:lnTo>
                  <a:lnTo>
                    <a:pt x="51327" y="6600"/>
                  </a:lnTo>
                  <a:lnTo>
                    <a:pt x="84074" y="0"/>
                  </a:lnTo>
                  <a:lnTo>
                    <a:pt x="2020824" y="0"/>
                  </a:lnTo>
                  <a:lnTo>
                    <a:pt x="2053590" y="6600"/>
                  </a:lnTo>
                  <a:lnTo>
                    <a:pt x="2080355" y="24606"/>
                  </a:lnTo>
                  <a:lnTo>
                    <a:pt x="2098405" y="51327"/>
                  </a:lnTo>
                  <a:lnTo>
                    <a:pt x="2105025" y="84074"/>
                  </a:lnTo>
                  <a:lnTo>
                    <a:pt x="2105025" y="420624"/>
                  </a:lnTo>
                  <a:lnTo>
                    <a:pt x="2098405" y="453389"/>
                  </a:lnTo>
                  <a:lnTo>
                    <a:pt x="2080355" y="480155"/>
                  </a:lnTo>
                  <a:lnTo>
                    <a:pt x="2053590" y="498205"/>
                  </a:lnTo>
                  <a:lnTo>
                    <a:pt x="2020824" y="504825"/>
                  </a:lnTo>
                  <a:lnTo>
                    <a:pt x="84074" y="504825"/>
                  </a:lnTo>
                  <a:lnTo>
                    <a:pt x="51327" y="498205"/>
                  </a:lnTo>
                  <a:lnTo>
                    <a:pt x="24606" y="480155"/>
                  </a:lnTo>
                  <a:lnTo>
                    <a:pt x="6600" y="453389"/>
                  </a:lnTo>
                  <a:lnTo>
                    <a:pt x="0" y="420624"/>
                  </a:lnTo>
                  <a:lnTo>
                    <a:pt x="0" y="84074"/>
                  </a:lnTo>
                  <a:close/>
                </a:path>
              </a:pathLst>
            </a:custGeom>
            <a:ln w="25400">
              <a:solidFill>
                <a:srgbClr val="1F37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779134" y="1075054"/>
            <a:ext cx="51689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25" dirty="0">
                <a:solidFill>
                  <a:srgbClr val="18252A"/>
                </a:solidFill>
                <a:latin typeface="Aptos"/>
                <a:cs typeface="Aptos"/>
              </a:rPr>
              <a:t>START</a:t>
            </a:r>
            <a:endParaRPr sz="1400">
              <a:latin typeface="Aptos"/>
              <a:cs typeface="Apto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52950" y="1657286"/>
            <a:ext cx="2967355" cy="671830"/>
            <a:chOff x="4552950" y="1657286"/>
            <a:chExt cx="2967355" cy="67183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52950" y="1657286"/>
              <a:ext cx="2967101" cy="6715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95900" y="1771586"/>
              <a:ext cx="1471549" cy="48101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624451" y="1700275"/>
              <a:ext cx="2828925" cy="542925"/>
            </a:xfrm>
            <a:custGeom>
              <a:avLst/>
              <a:gdLst/>
              <a:ahLst/>
              <a:cxnLst/>
              <a:rect l="l" t="t" r="r" b="b"/>
              <a:pathLst>
                <a:path w="2828925" h="542925">
                  <a:moveTo>
                    <a:pt x="2738374" y="0"/>
                  </a:moveTo>
                  <a:lnTo>
                    <a:pt x="90424" y="0"/>
                  </a:lnTo>
                  <a:lnTo>
                    <a:pt x="55239" y="7110"/>
                  </a:lnTo>
                  <a:lnTo>
                    <a:pt x="26495" y="26495"/>
                  </a:lnTo>
                  <a:lnTo>
                    <a:pt x="7110" y="55239"/>
                  </a:lnTo>
                  <a:lnTo>
                    <a:pt x="0" y="90424"/>
                  </a:lnTo>
                  <a:lnTo>
                    <a:pt x="0" y="452374"/>
                  </a:lnTo>
                  <a:lnTo>
                    <a:pt x="7110" y="487578"/>
                  </a:lnTo>
                  <a:lnTo>
                    <a:pt x="26495" y="516366"/>
                  </a:lnTo>
                  <a:lnTo>
                    <a:pt x="55239" y="535795"/>
                  </a:lnTo>
                  <a:lnTo>
                    <a:pt x="90424" y="542925"/>
                  </a:lnTo>
                  <a:lnTo>
                    <a:pt x="2738374" y="542925"/>
                  </a:lnTo>
                  <a:lnTo>
                    <a:pt x="2773578" y="535795"/>
                  </a:lnTo>
                  <a:lnTo>
                    <a:pt x="2802366" y="516366"/>
                  </a:lnTo>
                  <a:lnTo>
                    <a:pt x="2821795" y="487578"/>
                  </a:lnTo>
                  <a:lnTo>
                    <a:pt x="2828925" y="452374"/>
                  </a:lnTo>
                  <a:lnTo>
                    <a:pt x="2828925" y="90424"/>
                  </a:lnTo>
                  <a:lnTo>
                    <a:pt x="2821795" y="55239"/>
                  </a:lnTo>
                  <a:lnTo>
                    <a:pt x="2802366" y="26495"/>
                  </a:lnTo>
                  <a:lnTo>
                    <a:pt x="2773578" y="7110"/>
                  </a:lnTo>
                  <a:lnTo>
                    <a:pt x="2738374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24451" y="1700275"/>
              <a:ext cx="2828925" cy="542925"/>
            </a:xfrm>
            <a:custGeom>
              <a:avLst/>
              <a:gdLst/>
              <a:ahLst/>
              <a:cxnLst/>
              <a:rect l="l" t="t" r="r" b="b"/>
              <a:pathLst>
                <a:path w="2828925" h="542925">
                  <a:moveTo>
                    <a:pt x="0" y="90424"/>
                  </a:moveTo>
                  <a:lnTo>
                    <a:pt x="7110" y="55239"/>
                  </a:lnTo>
                  <a:lnTo>
                    <a:pt x="26495" y="26495"/>
                  </a:lnTo>
                  <a:lnTo>
                    <a:pt x="55239" y="7110"/>
                  </a:lnTo>
                  <a:lnTo>
                    <a:pt x="90424" y="0"/>
                  </a:lnTo>
                  <a:lnTo>
                    <a:pt x="2738374" y="0"/>
                  </a:lnTo>
                  <a:lnTo>
                    <a:pt x="2773578" y="7110"/>
                  </a:lnTo>
                  <a:lnTo>
                    <a:pt x="2802366" y="26495"/>
                  </a:lnTo>
                  <a:lnTo>
                    <a:pt x="2821795" y="55239"/>
                  </a:lnTo>
                  <a:lnTo>
                    <a:pt x="2828925" y="90424"/>
                  </a:lnTo>
                  <a:lnTo>
                    <a:pt x="2828925" y="452374"/>
                  </a:lnTo>
                  <a:lnTo>
                    <a:pt x="2821795" y="487578"/>
                  </a:lnTo>
                  <a:lnTo>
                    <a:pt x="2802366" y="516366"/>
                  </a:lnTo>
                  <a:lnTo>
                    <a:pt x="2773578" y="535795"/>
                  </a:lnTo>
                  <a:lnTo>
                    <a:pt x="2738374" y="542925"/>
                  </a:lnTo>
                  <a:lnTo>
                    <a:pt x="90424" y="542925"/>
                  </a:lnTo>
                  <a:lnTo>
                    <a:pt x="55239" y="535795"/>
                  </a:lnTo>
                  <a:lnTo>
                    <a:pt x="26495" y="516366"/>
                  </a:lnTo>
                  <a:lnTo>
                    <a:pt x="7110" y="487578"/>
                  </a:lnTo>
                  <a:lnTo>
                    <a:pt x="0" y="452374"/>
                  </a:lnTo>
                  <a:lnTo>
                    <a:pt x="0" y="90424"/>
                  </a:lnTo>
                  <a:close/>
                </a:path>
              </a:pathLst>
            </a:custGeom>
            <a:ln w="25400">
              <a:solidFill>
                <a:srgbClr val="85AA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452490" y="1830006"/>
            <a:ext cx="11753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18252A"/>
                </a:solidFill>
                <a:latin typeface="Aptos"/>
                <a:cs typeface="Aptos"/>
              </a:rPr>
              <a:t>Load</a:t>
            </a:r>
            <a:r>
              <a:rPr sz="1400" b="1" spc="-5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b="1" spc="-10" dirty="0">
                <a:solidFill>
                  <a:srgbClr val="18252A"/>
                </a:solidFill>
                <a:latin typeface="Aptos"/>
                <a:cs typeface="Aptos"/>
              </a:rPr>
              <a:t>contacts</a:t>
            </a:r>
            <a:endParaRPr sz="1400">
              <a:latin typeface="Aptos"/>
              <a:cs typeface="Apto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52950" y="2476436"/>
            <a:ext cx="2967355" cy="681355"/>
            <a:chOff x="4552950" y="2476436"/>
            <a:chExt cx="2967355" cy="681355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52950" y="2476436"/>
              <a:ext cx="2967101" cy="68103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624451" y="2519425"/>
              <a:ext cx="2828925" cy="552450"/>
            </a:xfrm>
            <a:custGeom>
              <a:avLst/>
              <a:gdLst/>
              <a:ahLst/>
              <a:cxnLst/>
              <a:rect l="l" t="t" r="r" b="b"/>
              <a:pathLst>
                <a:path w="2828925" h="552450">
                  <a:moveTo>
                    <a:pt x="2736723" y="0"/>
                  </a:moveTo>
                  <a:lnTo>
                    <a:pt x="92075" y="0"/>
                  </a:lnTo>
                  <a:lnTo>
                    <a:pt x="56203" y="7225"/>
                  </a:lnTo>
                  <a:lnTo>
                    <a:pt x="26939" y="26939"/>
                  </a:lnTo>
                  <a:lnTo>
                    <a:pt x="7225" y="56203"/>
                  </a:lnTo>
                  <a:lnTo>
                    <a:pt x="0" y="92075"/>
                  </a:lnTo>
                  <a:lnTo>
                    <a:pt x="0" y="460248"/>
                  </a:lnTo>
                  <a:lnTo>
                    <a:pt x="7225" y="496139"/>
                  </a:lnTo>
                  <a:lnTo>
                    <a:pt x="26939" y="525446"/>
                  </a:lnTo>
                  <a:lnTo>
                    <a:pt x="56203" y="545205"/>
                  </a:lnTo>
                  <a:lnTo>
                    <a:pt x="92075" y="552450"/>
                  </a:lnTo>
                  <a:lnTo>
                    <a:pt x="2736723" y="552450"/>
                  </a:lnTo>
                  <a:lnTo>
                    <a:pt x="2772614" y="545205"/>
                  </a:lnTo>
                  <a:lnTo>
                    <a:pt x="2801921" y="525446"/>
                  </a:lnTo>
                  <a:lnTo>
                    <a:pt x="2821680" y="496139"/>
                  </a:lnTo>
                  <a:lnTo>
                    <a:pt x="2828925" y="460248"/>
                  </a:lnTo>
                  <a:lnTo>
                    <a:pt x="2828925" y="92075"/>
                  </a:lnTo>
                  <a:lnTo>
                    <a:pt x="2821680" y="56203"/>
                  </a:lnTo>
                  <a:lnTo>
                    <a:pt x="2801921" y="26939"/>
                  </a:lnTo>
                  <a:lnTo>
                    <a:pt x="2772614" y="7225"/>
                  </a:lnTo>
                  <a:lnTo>
                    <a:pt x="2736723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24451" y="2519425"/>
              <a:ext cx="2828925" cy="552450"/>
            </a:xfrm>
            <a:custGeom>
              <a:avLst/>
              <a:gdLst/>
              <a:ahLst/>
              <a:cxnLst/>
              <a:rect l="l" t="t" r="r" b="b"/>
              <a:pathLst>
                <a:path w="2828925" h="552450">
                  <a:moveTo>
                    <a:pt x="0" y="92075"/>
                  </a:moveTo>
                  <a:lnTo>
                    <a:pt x="7225" y="56203"/>
                  </a:lnTo>
                  <a:lnTo>
                    <a:pt x="26939" y="26939"/>
                  </a:lnTo>
                  <a:lnTo>
                    <a:pt x="56203" y="7225"/>
                  </a:lnTo>
                  <a:lnTo>
                    <a:pt x="92075" y="0"/>
                  </a:lnTo>
                  <a:lnTo>
                    <a:pt x="2736723" y="0"/>
                  </a:lnTo>
                  <a:lnTo>
                    <a:pt x="2772614" y="7225"/>
                  </a:lnTo>
                  <a:lnTo>
                    <a:pt x="2801921" y="26939"/>
                  </a:lnTo>
                  <a:lnTo>
                    <a:pt x="2821680" y="56203"/>
                  </a:lnTo>
                  <a:lnTo>
                    <a:pt x="2828925" y="92075"/>
                  </a:lnTo>
                  <a:lnTo>
                    <a:pt x="2828925" y="460248"/>
                  </a:lnTo>
                  <a:lnTo>
                    <a:pt x="2821680" y="496139"/>
                  </a:lnTo>
                  <a:lnTo>
                    <a:pt x="2801921" y="525446"/>
                  </a:lnTo>
                  <a:lnTo>
                    <a:pt x="2772614" y="545205"/>
                  </a:lnTo>
                  <a:lnTo>
                    <a:pt x="2736723" y="552450"/>
                  </a:lnTo>
                  <a:lnTo>
                    <a:pt x="92075" y="552450"/>
                  </a:lnTo>
                  <a:lnTo>
                    <a:pt x="56203" y="545205"/>
                  </a:lnTo>
                  <a:lnTo>
                    <a:pt x="26939" y="525446"/>
                  </a:lnTo>
                  <a:lnTo>
                    <a:pt x="7225" y="496139"/>
                  </a:lnTo>
                  <a:lnTo>
                    <a:pt x="0" y="460248"/>
                  </a:lnTo>
                  <a:lnTo>
                    <a:pt x="0" y="92075"/>
                  </a:lnTo>
                  <a:close/>
                </a:path>
              </a:pathLst>
            </a:custGeom>
            <a:ln w="25400">
              <a:solidFill>
                <a:srgbClr val="85AA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472684" y="2653982"/>
            <a:ext cx="113284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18252A"/>
                </a:solidFill>
                <a:latin typeface="Aptos"/>
                <a:cs typeface="Aptos"/>
              </a:rPr>
              <a:t>Display</a:t>
            </a:r>
            <a:r>
              <a:rPr sz="1400" b="1" spc="-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b="1" spc="-20" dirty="0">
                <a:solidFill>
                  <a:srgbClr val="18252A"/>
                </a:solidFill>
                <a:latin typeface="Aptos"/>
                <a:cs typeface="Aptos"/>
              </a:rPr>
              <a:t>menu</a:t>
            </a:r>
            <a:endParaRPr sz="1400">
              <a:latin typeface="Aptos"/>
              <a:cs typeface="Apto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552950" y="3295586"/>
            <a:ext cx="2967355" cy="681355"/>
            <a:chOff x="4552950" y="3295586"/>
            <a:chExt cx="2967355" cy="681355"/>
          </a:xfrm>
        </p:grpSpPr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52950" y="3295586"/>
              <a:ext cx="2967101" cy="68103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624451" y="3338575"/>
              <a:ext cx="2828925" cy="552450"/>
            </a:xfrm>
            <a:custGeom>
              <a:avLst/>
              <a:gdLst/>
              <a:ahLst/>
              <a:cxnLst/>
              <a:rect l="l" t="t" r="r" b="b"/>
              <a:pathLst>
                <a:path w="2828925" h="552450">
                  <a:moveTo>
                    <a:pt x="2736723" y="0"/>
                  </a:moveTo>
                  <a:lnTo>
                    <a:pt x="92075" y="0"/>
                  </a:lnTo>
                  <a:lnTo>
                    <a:pt x="56203" y="7225"/>
                  </a:lnTo>
                  <a:lnTo>
                    <a:pt x="26939" y="26939"/>
                  </a:lnTo>
                  <a:lnTo>
                    <a:pt x="7225" y="56203"/>
                  </a:lnTo>
                  <a:lnTo>
                    <a:pt x="0" y="92075"/>
                  </a:lnTo>
                  <a:lnTo>
                    <a:pt x="0" y="460248"/>
                  </a:lnTo>
                  <a:lnTo>
                    <a:pt x="7225" y="496139"/>
                  </a:lnTo>
                  <a:lnTo>
                    <a:pt x="26939" y="525446"/>
                  </a:lnTo>
                  <a:lnTo>
                    <a:pt x="56203" y="545205"/>
                  </a:lnTo>
                  <a:lnTo>
                    <a:pt x="92075" y="552450"/>
                  </a:lnTo>
                  <a:lnTo>
                    <a:pt x="2736723" y="552450"/>
                  </a:lnTo>
                  <a:lnTo>
                    <a:pt x="2772614" y="545205"/>
                  </a:lnTo>
                  <a:lnTo>
                    <a:pt x="2801921" y="525446"/>
                  </a:lnTo>
                  <a:lnTo>
                    <a:pt x="2821680" y="496139"/>
                  </a:lnTo>
                  <a:lnTo>
                    <a:pt x="2828925" y="460248"/>
                  </a:lnTo>
                  <a:lnTo>
                    <a:pt x="2828925" y="92075"/>
                  </a:lnTo>
                  <a:lnTo>
                    <a:pt x="2821680" y="56203"/>
                  </a:lnTo>
                  <a:lnTo>
                    <a:pt x="2801921" y="26939"/>
                  </a:lnTo>
                  <a:lnTo>
                    <a:pt x="2772614" y="7225"/>
                  </a:lnTo>
                  <a:lnTo>
                    <a:pt x="2736723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624451" y="3338575"/>
              <a:ext cx="2828925" cy="552450"/>
            </a:xfrm>
            <a:custGeom>
              <a:avLst/>
              <a:gdLst/>
              <a:ahLst/>
              <a:cxnLst/>
              <a:rect l="l" t="t" r="r" b="b"/>
              <a:pathLst>
                <a:path w="2828925" h="552450">
                  <a:moveTo>
                    <a:pt x="0" y="92075"/>
                  </a:moveTo>
                  <a:lnTo>
                    <a:pt x="7225" y="56203"/>
                  </a:lnTo>
                  <a:lnTo>
                    <a:pt x="26939" y="26939"/>
                  </a:lnTo>
                  <a:lnTo>
                    <a:pt x="56203" y="7225"/>
                  </a:lnTo>
                  <a:lnTo>
                    <a:pt x="92075" y="0"/>
                  </a:lnTo>
                  <a:lnTo>
                    <a:pt x="2736723" y="0"/>
                  </a:lnTo>
                  <a:lnTo>
                    <a:pt x="2772614" y="7225"/>
                  </a:lnTo>
                  <a:lnTo>
                    <a:pt x="2801921" y="26939"/>
                  </a:lnTo>
                  <a:lnTo>
                    <a:pt x="2821680" y="56203"/>
                  </a:lnTo>
                  <a:lnTo>
                    <a:pt x="2828925" y="92075"/>
                  </a:lnTo>
                  <a:lnTo>
                    <a:pt x="2828925" y="460248"/>
                  </a:lnTo>
                  <a:lnTo>
                    <a:pt x="2821680" y="496139"/>
                  </a:lnTo>
                  <a:lnTo>
                    <a:pt x="2801921" y="525446"/>
                  </a:lnTo>
                  <a:lnTo>
                    <a:pt x="2772614" y="545205"/>
                  </a:lnTo>
                  <a:lnTo>
                    <a:pt x="2736723" y="552450"/>
                  </a:lnTo>
                  <a:lnTo>
                    <a:pt x="92075" y="552450"/>
                  </a:lnTo>
                  <a:lnTo>
                    <a:pt x="56203" y="545205"/>
                  </a:lnTo>
                  <a:lnTo>
                    <a:pt x="26939" y="525446"/>
                  </a:lnTo>
                  <a:lnTo>
                    <a:pt x="7225" y="496139"/>
                  </a:lnTo>
                  <a:lnTo>
                    <a:pt x="0" y="460248"/>
                  </a:lnTo>
                  <a:lnTo>
                    <a:pt x="0" y="92075"/>
                  </a:lnTo>
                  <a:close/>
                </a:path>
              </a:pathLst>
            </a:custGeom>
            <a:ln w="25400">
              <a:solidFill>
                <a:srgbClr val="85AA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546725" y="3478212"/>
            <a:ext cx="98298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18252A"/>
                </a:solidFill>
                <a:latin typeface="Aptos"/>
                <a:cs typeface="Aptos"/>
              </a:rPr>
              <a:t>User</a:t>
            </a:r>
            <a:r>
              <a:rPr sz="1400" b="1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b="1" spc="-10" dirty="0">
                <a:solidFill>
                  <a:srgbClr val="18252A"/>
                </a:solidFill>
                <a:latin typeface="Aptos"/>
                <a:cs typeface="Aptos"/>
              </a:rPr>
              <a:t>choice</a:t>
            </a:r>
            <a:endParaRPr sz="1400">
              <a:latin typeface="Aptos"/>
              <a:cs typeface="Apto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000500" y="4124261"/>
            <a:ext cx="4072254" cy="814705"/>
            <a:chOff x="4000500" y="4124261"/>
            <a:chExt cx="4072254" cy="814705"/>
          </a:xfrm>
        </p:grpSpPr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00500" y="4124261"/>
              <a:ext cx="4072001" cy="81438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38725" y="4200461"/>
              <a:ext cx="1986026" cy="70008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072001" y="4167250"/>
              <a:ext cx="3933825" cy="685800"/>
            </a:xfrm>
            <a:custGeom>
              <a:avLst/>
              <a:gdLst/>
              <a:ahLst/>
              <a:cxnLst/>
              <a:rect l="l" t="t" r="r" b="b"/>
              <a:pathLst>
                <a:path w="3933825" h="685800">
                  <a:moveTo>
                    <a:pt x="3819398" y="0"/>
                  </a:moveTo>
                  <a:lnTo>
                    <a:pt x="114300" y="0"/>
                  </a:lnTo>
                  <a:lnTo>
                    <a:pt x="69758" y="8965"/>
                  </a:lnTo>
                  <a:lnTo>
                    <a:pt x="33432" y="33432"/>
                  </a:lnTo>
                  <a:lnTo>
                    <a:pt x="8965" y="69758"/>
                  </a:lnTo>
                  <a:lnTo>
                    <a:pt x="0" y="114300"/>
                  </a:lnTo>
                  <a:lnTo>
                    <a:pt x="0" y="571373"/>
                  </a:lnTo>
                  <a:lnTo>
                    <a:pt x="8965" y="615934"/>
                  </a:lnTo>
                  <a:lnTo>
                    <a:pt x="33432" y="652303"/>
                  </a:lnTo>
                  <a:lnTo>
                    <a:pt x="69758" y="676814"/>
                  </a:lnTo>
                  <a:lnTo>
                    <a:pt x="114300" y="685800"/>
                  </a:lnTo>
                  <a:lnTo>
                    <a:pt x="3819398" y="685800"/>
                  </a:lnTo>
                  <a:lnTo>
                    <a:pt x="3863959" y="676814"/>
                  </a:lnTo>
                  <a:lnTo>
                    <a:pt x="3900328" y="652303"/>
                  </a:lnTo>
                  <a:lnTo>
                    <a:pt x="3924839" y="615934"/>
                  </a:lnTo>
                  <a:lnTo>
                    <a:pt x="3933825" y="571373"/>
                  </a:lnTo>
                  <a:lnTo>
                    <a:pt x="3933825" y="114300"/>
                  </a:lnTo>
                  <a:lnTo>
                    <a:pt x="3924839" y="69758"/>
                  </a:lnTo>
                  <a:lnTo>
                    <a:pt x="3900328" y="33432"/>
                  </a:lnTo>
                  <a:lnTo>
                    <a:pt x="3863959" y="8965"/>
                  </a:lnTo>
                  <a:lnTo>
                    <a:pt x="3819398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072001" y="4167250"/>
              <a:ext cx="3933825" cy="685800"/>
            </a:xfrm>
            <a:custGeom>
              <a:avLst/>
              <a:gdLst/>
              <a:ahLst/>
              <a:cxnLst/>
              <a:rect l="l" t="t" r="r" b="b"/>
              <a:pathLst>
                <a:path w="3933825" h="685800">
                  <a:moveTo>
                    <a:pt x="0" y="114300"/>
                  </a:moveTo>
                  <a:lnTo>
                    <a:pt x="8965" y="69758"/>
                  </a:lnTo>
                  <a:lnTo>
                    <a:pt x="33432" y="33432"/>
                  </a:lnTo>
                  <a:lnTo>
                    <a:pt x="69758" y="8965"/>
                  </a:lnTo>
                  <a:lnTo>
                    <a:pt x="114300" y="0"/>
                  </a:lnTo>
                  <a:lnTo>
                    <a:pt x="3819398" y="0"/>
                  </a:lnTo>
                  <a:lnTo>
                    <a:pt x="3863959" y="8965"/>
                  </a:lnTo>
                  <a:lnTo>
                    <a:pt x="3900328" y="33432"/>
                  </a:lnTo>
                  <a:lnTo>
                    <a:pt x="3924839" y="69758"/>
                  </a:lnTo>
                  <a:lnTo>
                    <a:pt x="3933825" y="114300"/>
                  </a:lnTo>
                  <a:lnTo>
                    <a:pt x="3933825" y="571373"/>
                  </a:lnTo>
                  <a:lnTo>
                    <a:pt x="3924839" y="615934"/>
                  </a:lnTo>
                  <a:lnTo>
                    <a:pt x="3900328" y="652303"/>
                  </a:lnTo>
                  <a:lnTo>
                    <a:pt x="3863959" y="676814"/>
                  </a:lnTo>
                  <a:lnTo>
                    <a:pt x="3819398" y="685800"/>
                  </a:lnTo>
                  <a:lnTo>
                    <a:pt x="114300" y="685800"/>
                  </a:lnTo>
                  <a:lnTo>
                    <a:pt x="69758" y="676814"/>
                  </a:lnTo>
                  <a:lnTo>
                    <a:pt x="33432" y="652303"/>
                  </a:lnTo>
                  <a:lnTo>
                    <a:pt x="8965" y="615934"/>
                  </a:lnTo>
                  <a:lnTo>
                    <a:pt x="0" y="571373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1F37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194934" y="4263961"/>
            <a:ext cx="1685925" cy="4629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9550" marR="5080" indent="-197485">
              <a:lnSpc>
                <a:spcPct val="102899"/>
              </a:lnSpc>
              <a:spcBef>
                <a:spcPts val="75"/>
              </a:spcBef>
            </a:pPr>
            <a:r>
              <a:rPr sz="1400" b="1" dirty="0">
                <a:solidFill>
                  <a:srgbClr val="18252A"/>
                </a:solidFill>
                <a:latin typeface="Aptos"/>
                <a:cs typeface="Aptos"/>
              </a:rPr>
              <a:t>Add</a:t>
            </a:r>
            <a:r>
              <a:rPr sz="1400" b="1" spc="-6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b="1" dirty="0">
                <a:solidFill>
                  <a:srgbClr val="18252A"/>
                </a:solidFill>
                <a:latin typeface="Aptos"/>
                <a:cs typeface="Aptos"/>
              </a:rPr>
              <a:t>/</a:t>
            </a:r>
            <a:r>
              <a:rPr sz="1400" b="1" spc="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b="1" dirty="0">
                <a:solidFill>
                  <a:srgbClr val="18252A"/>
                </a:solidFill>
                <a:latin typeface="Aptos"/>
                <a:cs typeface="Aptos"/>
              </a:rPr>
              <a:t>View /</a:t>
            </a:r>
            <a:r>
              <a:rPr sz="1400" b="1" spc="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b="1" spc="-10" dirty="0">
                <a:solidFill>
                  <a:srgbClr val="18252A"/>
                </a:solidFill>
                <a:latin typeface="Aptos"/>
                <a:cs typeface="Aptos"/>
              </a:rPr>
              <a:t>Search</a:t>
            </a:r>
            <a:r>
              <a:rPr sz="1400" b="1" spc="-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b="1" spc="-50" dirty="0">
                <a:solidFill>
                  <a:srgbClr val="18252A"/>
                </a:solidFill>
                <a:latin typeface="Aptos"/>
                <a:cs typeface="Aptos"/>
              </a:rPr>
              <a:t>/ </a:t>
            </a:r>
            <a:r>
              <a:rPr sz="1400" b="1" dirty="0">
                <a:solidFill>
                  <a:srgbClr val="18252A"/>
                </a:solidFill>
                <a:latin typeface="Aptos"/>
                <a:cs typeface="Aptos"/>
              </a:rPr>
              <a:t>Update</a:t>
            </a:r>
            <a:r>
              <a:rPr sz="1400" b="1" spc="-3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b="1" dirty="0">
                <a:solidFill>
                  <a:srgbClr val="18252A"/>
                </a:solidFill>
                <a:latin typeface="Aptos"/>
                <a:cs typeface="Aptos"/>
              </a:rPr>
              <a:t>/</a:t>
            </a:r>
            <a:r>
              <a:rPr sz="1400" b="1" spc="-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b="1" spc="-10" dirty="0">
                <a:solidFill>
                  <a:srgbClr val="18252A"/>
                </a:solidFill>
                <a:latin typeface="Aptos"/>
                <a:cs typeface="Aptos"/>
              </a:rPr>
              <a:t>Delete</a:t>
            </a:r>
            <a:endParaRPr sz="1400">
              <a:latin typeface="Aptos"/>
              <a:cs typeface="Apto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552950" y="5038725"/>
            <a:ext cx="2967355" cy="671830"/>
            <a:chOff x="4552950" y="5038725"/>
            <a:chExt cx="2967355" cy="671830"/>
          </a:xfrm>
        </p:grpSpPr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52950" y="5038725"/>
              <a:ext cx="2967101" cy="67151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24475" y="5153025"/>
              <a:ext cx="1423924" cy="48101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624451" y="5081651"/>
              <a:ext cx="2828925" cy="542925"/>
            </a:xfrm>
            <a:custGeom>
              <a:avLst/>
              <a:gdLst/>
              <a:ahLst/>
              <a:cxnLst/>
              <a:rect l="l" t="t" r="r" b="b"/>
              <a:pathLst>
                <a:path w="2828925" h="542925">
                  <a:moveTo>
                    <a:pt x="2738374" y="0"/>
                  </a:moveTo>
                  <a:lnTo>
                    <a:pt x="90424" y="0"/>
                  </a:lnTo>
                  <a:lnTo>
                    <a:pt x="55239" y="7110"/>
                  </a:lnTo>
                  <a:lnTo>
                    <a:pt x="26495" y="26495"/>
                  </a:lnTo>
                  <a:lnTo>
                    <a:pt x="7110" y="55239"/>
                  </a:lnTo>
                  <a:lnTo>
                    <a:pt x="0" y="90424"/>
                  </a:lnTo>
                  <a:lnTo>
                    <a:pt x="0" y="452374"/>
                  </a:lnTo>
                  <a:lnTo>
                    <a:pt x="7110" y="487622"/>
                  </a:lnTo>
                  <a:lnTo>
                    <a:pt x="26495" y="516382"/>
                  </a:lnTo>
                  <a:lnTo>
                    <a:pt x="55239" y="535759"/>
                  </a:lnTo>
                  <a:lnTo>
                    <a:pt x="90424" y="542861"/>
                  </a:lnTo>
                  <a:lnTo>
                    <a:pt x="2738374" y="542861"/>
                  </a:lnTo>
                  <a:lnTo>
                    <a:pt x="2773578" y="535759"/>
                  </a:lnTo>
                  <a:lnTo>
                    <a:pt x="2802366" y="516382"/>
                  </a:lnTo>
                  <a:lnTo>
                    <a:pt x="2821795" y="487622"/>
                  </a:lnTo>
                  <a:lnTo>
                    <a:pt x="2828925" y="452374"/>
                  </a:lnTo>
                  <a:lnTo>
                    <a:pt x="2828925" y="90424"/>
                  </a:lnTo>
                  <a:lnTo>
                    <a:pt x="2821795" y="55239"/>
                  </a:lnTo>
                  <a:lnTo>
                    <a:pt x="2802366" y="26495"/>
                  </a:lnTo>
                  <a:lnTo>
                    <a:pt x="2773578" y="7110"/>
                  </a:lnTo>
                  <a:lnTo>
                    <a:pt x="2738374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624451" y="5081651"/>
              <a:ext cx="2828925" cy="542925"/>
            </a:xfrm>
            <a:custGeom>
              <a:avLst/>
              <a:gdLst/>
              <a:ahLst/>
              <a:cxnLst/>
              <a:rect l="l" t="t" r="r" b="b"/>
              <a:pathLst>
                <a:path w="2828925" h="542925">
                  <a:moveTo>
                    <a:pt x="0" y="90424"/>
                  </a:moveTo>
                  <a:lnTo>
                    <a:pt x="7110" y="55239"/>
                  </a:lnTo>
                  <a:lnTo>
                    <a:pt x="26495" y="26495"/>
                  </a:lnTo>
                  <a:lnTo>
                    <a:pt x="55239" y="7110"/>
                  </a:lnTo>
                  <a:lnTo>
                    <a:pt x="90424" y="0"/>
                  </a:lnTo>
                  <a:lnTo>
                    <a:pt x="2738374" y="0"/>
                  </a:lnTo>
                  <a:lnTo>
                    <a:pt x="2773578" y="7110"/>
                  </a:lnTo>
                  <a:lnTo>
                    <a:pt x="2802366" y="26495"/>
                  </a:lnTo>
                  <a:lnTo>
                    <a:pt x="2821795" y="55239"/>
                  </a:lnTo>
                  <a:lnTo>
                    <a:pt x="2828925" y="90424"/>
                  </a:lnTo>
                  <a:lnTo>
                    <a:pt x="2828925" y="452374"/>
                  </a:lnTo>
                  <a:lnTo>
                    <a:pt x="2821795" y="487622"/>
                  </a:lnTo>
                  <a:lnTo>
                    <a:pt x="2802366" y="516382"/>
                  </a:lnTo>
                  <a:lnTo>
                    <a:pt x="2773578" y="535759"/>
                  </a:lnTo>
                  <a:lnTo>
                    <a:pt x="2738374" y="542861"/>
                  </a:lnTo>
                  <a:lnTo>
                    <a:pt x="90424" y="542861"/>
                  </a:lnTo>
                  <a:lnTo>
                    <a:pt x="55239" y="535759"/>
                  </a:lnTo>
                  <a:lnTo>
                    <a:pt x="26495" y="516382"/>
                  </a:lnTo>
                  <a:lnTo>
                    <a:pt x="7110" y="487622"/>
                  </a:lnTo>
                  <a:lnTo>
                    <a:pt x="0" y="452374"/>
                  </a:lnTo>
                  <a:lnTo>
                    <a:pt x="0" y="90424"/>
                  </a:lnTo>
                  <a:close/>
                </a:path>
              </a:pathLst>
            </a:custGeom>
            <a:ln w="25400">
              <a:solidFill>
                <a:srgbClr val="85AA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473953" y="5218429"/>
            <a:ext cx="112839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18252A"/>
                </a:solidFill>
                <a:latin typeface="Aptos"/>
                <a:cs typeface="Aptos"/>
              </a:rPr>
              <a:t>Save</a:t>
            </a:r>
            <a:r>
              <a:rPr sz="1400" b="1" spc="-10" dirty="0">
                <a:solidFill>
                  <a:srgbClr val="18252A"/>
                </a:solidFill>
                <a:latin typeface="Aptos"/>
                <a:cs typeface="Aptos"/>
              </a:rPr>
              <a:t> changes</a:t>
            </a:r>
            <a:endParaRPr sz="1400">
              <a:latin typeface="Aptos"/>
              <a:cs typeface="Apto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733925" y="5857875"/>
            <a:ext cx="2605405" cy="538480"/>
            <a:chOff x="4733925" y="5857875"/>
            <a:chExt cx="2605405" cy="538480"/>
          </a:xfrm>
        </p:grpSpPr>
        <p:pic>
          <p:nvPicPr>
            <p:cNvPr id="40" name="object 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33925" y="5857875"/>
              <a:ext cx="2605151" cy="53816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76900" y="5915025"/>
              <a:ext cx="709612" cy="47148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805426" y="5900737"/>
              <a:ext cx="2466975" cy="409575"/>
            </a:xfrm>
            <a:custGeom>
              <a:avLst/>
              <a:gdLst/>
              <a:ahLst/>
              <a:cxnLst/>
              <a:rect l="l" t="t" r="r" b="b"/>
              <a:pathLst>
                <a:path w="2466975" h="409575">
                  <a:moveTo>
                    <a:pt x="2398649" y="0"/>
                  </a:moveTo>
                  <a:lnTo>
                    <a:pt x="68199" y="0"/>
                  </a:lnTo>
                  <a:lnTo>
                    <a:pt x="41630" y="5365"/>
                  </a:lnTo>
                  <a:lnTo>
                    <a:pt x="19954" y="19996"/>
                  </a:lnTo>
                  <a:lnTo>
                    <a:pt x="5351" y="41694"/>
                  </a:lnTo>
                  <a:lnTo>
                    <a:pt x="0" y="68262"/>
                  </a:lnTo>
                  <a:lnTo>
                    <a:pt x="0" y="341312"/>
                  </a:lnTo>
                  <a:lnTo>
                    <a:pt x="5351" y="367885"/>
                  </a:lnTo>
                  <a:lnTo>
                    <a:pt x="19954" y="389583"/>
                  </a:lnTo>
                  <a:lnTo>
                    <a:pt x="41630" y="404211"/>
                  </a:lnTo>
                  <a:lnTo>
                    <a:pt x="68199" y="409575"/>
                  </a:lnTo>
                  <a:lnTo>
                    <a:pt x="2398649" y="409575"/>
                  </a:lnTo>
                  <a:lnTo>
                    <a:pt x="2425237" y="404211"/>
                  </a:lnTo>
                  <a:lnTo>
                    <a:pt x="2446956" y="389583"/>
                  </a:lnTo>
                  <a:lnTo>
                    <a:pt x="2461603" y="367885"/>
                  </a:lnTo>
                  <a:lnTo>
                    <a:pt x="2466975" y="341312"/>
                  </a:lnTo>
                  <a:lnTo>
                    <a:pt x="2466975" y="68262"/>
                  </a:lnTo>
                  <a:lnTo>
                    <a:pt x="2461603" y="41694"/>
                  </a:lnTo>
                  <a:lnTo>
                    <a:pt x="2446956" y="19996"/>
                  </a:lnTo>
                  <a:lnTo>
                    <a:pt x="2425237" y="5365"/>
                  </a:lnTo>
                  <a:lnTo>
                    <a:pt x="2398649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805426" y="5900737"/>
              <a:ext cx="2466975" cy="409575"/>
            </a:xfrm>
            <a:custGeom>
              <a:avLst/>
              <a:gdLst/>
              <a:ahLst/>
              <a:cxnLst/>
              <a:rect l="l" t="t" r="r" b="b"/>
              <a:pathLst>
                <a:path w="2466975" h="409575">
                  <a:moveTo>
                    <a:pt x="0" y="68262"/>
                  </a:moveTo>
                  <a:lnTo>
                    <a:pt x="5351" y="41694"/>
                  </a:lnTo>
                  <a:lnTo>
                    <a:pt x="19954" y="19996"/>
                  </a:lnTo>
                  <a:lnTo>
                    <a:pt x="41630" y="5365"/>
                  </a:lnTo>
                  <a:lnTo>
                    <a:pt x="68199" y="0"/>
                  </a:lnTo>
                  <a:lnTo>
                    <a:pt x="2398649" y="0"/>
                  </a:lnTo>
                  <a:lnTo>
                    <a:pt x="2425237" y="5365"/>
                  </a:lnTo>
                  <a:lnTo>
                    <a:pt x="2446956" y="19996"/>
                  </a:lnTo>
                  <a:lnTo>
                    <a:pt x="2461603" y="41694"/>
                  </a:lnTo>
                  <a:lnTo>
                    <a:pt x="2466975" y="68262"/>
                  </a:lnTo>
                  <a:lnTo>
                    <a:pt x="2466975" y="341312"/>
                  </a:lnTo>
                  <a:lnTo>
                    <a:pt x="2461603" y="367885"/>
                  </a:lnTo>
                  <a:lnTo>
                    <a:pt x="2446956" y="389583"/>
                  </a:lnTo>
                  <a:lnTo>
                    <a:pt x="2425237" y="404211"/>
                  </a:lnTo>
                  <a:lnTo>
                    <a:pt x="2398649" y="409575"/>
                  </a:lnTo>
                  <a:lnTo>
                    <a:pt x="68199" y="409575"/>
                  </a:lnTo>
                  <a:lnTo>
                    <a:pt x="41630" y="404211"/>
                  </a:lnTo>
                  <a:lnTo>
                    <a:pt x="19954" y="389583"/>
                  </a:lnTo>
                  <a:lnTo>
                    <a:pt x="5351" y="367885"/>
                  </a:lnTo>
                  <a:lnTo>
                    <a:pt x="0" y="341312"/>
                  </a:lnTo>
                  <a:lnTo>
                    <a:pt x="0" y="68262"/>
                  </a:lnTo>
                  <a:close/>
                </a:path>
              </a:pathLst>
            </a:custGeom>
            <a:ln w="25400">
              <a:solidFill>
                <a:srgbClr val="1F37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5830951" y="5973445"/>
            <a:ext cx="42418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10" dirty="0">
                <a:solidFill>
                  <a:srgbClr val="18252A"/>
                </a:solidFill>
                <a:latin typeface="Aptos"/>
                <a:cs typeface="Aptos"/>
              </a:rPr>
              <a:t>Exit?</a:t>
            </a:r>
            <a:endParaRPr sz="1400">
              <a:latin typeface="Aptos"/>
              <a:cs typeface="Aptos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972175" y="1447736"/>
            <a:ext cx="128905" cy="4529455"/>
            <a:chOff x="5972175" y="1447736"/>
            <a:chExt cx="128905" cy="4529455"/>
          </a:xfrm>
        </p:grpSpPr>
        <p:pic>
          <p:nvPicPr>
            <p:cNvPr id="46" name="object 4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72175" y="1447736"/>
              <a:ext cx="128587" cy="328612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6038850" y="1485900"/>
              <a:ext cx="0" cy="210820"/>
            </a:xfrm>
            <a:custGeom>
              <a:avLst/>
              <a:gdLst/>
              <a:ahLst/>
              <a:cxnLst/>
              <a:rect l="l" t="t" r="r" b="b"/>
              <a:pathLst>
                <a:path h="210819">
                  <a:moveTo>
                    <a:pt x="0" y="0"/>
                  </a:moveTo>
                  <a:lnTo>
                    <a:pt x="0" y="210312"/>
                  </a:lnTo>
                </a:path>
              </a:pathLst>
            </a:custGeom>
            <a:ln w="19050">
              <a:solidFill>
                <a:srgbClr val="545F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972175" y="2200211"/>
              <a:ext cx="128587" cy="39528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038850" y="2238375"/>
              <a:ext cx="0" cy="274320"/>
            </a:xfrm>
            <a:custGeom>
              <a:avLst/>
              <a:gdLst/>
              <a:ahLst/>
              <a:cxnLst/>
              <a:rect l="l" t="t" r="r" b="b"/>
              <a:pathLst>
                <a:path h="274319">
                  <a:moveTo>
                    <a:pt x="0" y="0"/>
                  </a:moveTo>
                  <a:lnTo>
                    <a:pt x="0" y="274320"/>
                  </a:lnTo>
                </a:path>
              </a:pathLst>
            </a:custGeom>
            <a:ln w="19050">
              <a:solidFill>
                <a:srgbClr val="545F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972175" y="3028886"/>
              <a:ext cx="128587" cy="39528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6038850" y="3067050"/>
              <a:ext cx="0" cy="274320"/>
            </a:xfrm>
            <a:custGeom>
              <a:avLst/>
              <a:gdLst/>
              <a:ahLst/>
              <a:cxnLst/>
              <a:rect l="l" t="t" r="r" b="b"/>
              <a:pathLst>
                <a:path h="274320">
                  <a:moveTo>
                    <a:pt x="0" y="0"/>
                  </a:moveTo>
                  <a:lnTo>
                    <a:pt x="0" y="274320"/>
                  </a:lnTo>
                </a:path>
              </a:pathLst>
            </a:custGeom>
            <a:ln w="19050">
              <a:solidFill>
                <a:srgbClr val="545F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972175" y="3848036"/>
              <a:ext cx="128587" cy="395287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038850" y="3886200"/>
              <a:ext cx="0" cy="274320"/>
            </a:xfrm>
            <a:custGeom>
              <a:avLst/>
              <a:gdLst/>
              <a:ahLst/>
              <a:cxnLst/>
              <a:rect l="l" t="t" r="r" b="b"/>
              <a:pathLst>
                <a:path h="274320">
                  <a:moveTo>
                    <a:pt x="0" y="0"/>
                  </a:moveTo>
                  <a:lnTo>
                    <a:pt x="0" y="274319"/>
                  </a:lnTo>
                </a:path>
              </a:pathLst>
            </a:custGeom>
            <a:ln w="19050">
              <a:solidFill>
                <a:srgbClr val="545F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972175" y="4810061"/>
              <a:ext cx="128587" cy="347662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6038850" y="4848225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ln w="19050">
              <a:solidFill>
                <a:srgbClr val="545F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972175" y="5581650"/>
              <a:ext cx="128587" cy="395287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038850" y="5619750"/>
              <a:ext cx="0" cy="274320"/>
            </a:xfrm>
            <a:custGeom>
              <a:avLst/>
              <a:gdLst/>
              <a:ahLst/>
              <a:cxnLst/>
              <a:rect l="l" t="t" r="r" b="b"/>
              <a:pathLst>
                <a:path h="274320">
                  <a:moveTo>
                    <a:pt x="0" y="0"/>
                  </a:moveTo>
                  <a:lnTo>
                    <a:pt x="0" y="274319"/>
                  </a:lnTo>
                </a:path>
              </a:pathLst>
            </a:custGeom>
            <a:ln w="19050">
              <a:solidFill>
                <a:srgbClr val="545F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7811389" y="2770441"/>
            <a:ext cx="1520190" cy="514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F37BD"/>
                </a:solidFill>
                <a:latin typeface="Calibri"/>
                <a:cs typeface="Calibri"/>
              </a:rPr>
              <a:t>If</a:t>
            </a:r>
            <a:r>
              <a:rPr sz="1550" b="1" spc="10" dirty="0">
                <a:solidFill>
                  <a:srgbClr val="1F37BD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F37BD"/>
                </a:solidFill>
                <a:latin typeface="Calibri"/>
                <a:cs typeface="Calibri"/>
              </a:rPr>
              <a:t>Exit</a:t>
            </a:r>
            <a:r>
              <a:rPr sz="1550" b="1" spc="50" dirty="0">
                <a:solidFill>
                  <a:srgbClr val="1F37BD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F37BD"/>
                </a:solidFill>
                <a:latin typeface="Calibri"/>
                <a:cs typeface="Calibri"/>
              </a:rPr>
              <a:t>=</a:t>
            </a:r>
            <a:r>
              <a:rPr sz="1550" b="1" spc="35" dirty="0">
                <a:solidFill>
                  <a:srgbClr val="1F37BD"/>
                </a:solidFill>
                <a:latin typeface="Calibri"/>
                <a:cs typeface="Calibri"/>
              </a:rPr>
              <a:t> </a:t>
            </a:r>
            <a:r>
              <a:rPr sz="1550" b="1" spc="-25" dirty="0">
                <a:solidFill>
                  <a:srgbClr val="1F37BD"/>
                </a:solidFill>
                <a:latin typeface="Calibri"/>
                <a:cs typeface="Calibri"/>
              </a:rPr>
              <a:t>No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dirty="0">
                <a:solidFill>
                  <a:srgbClr val="18252A"/>
                </a:solidFill>
                <a:latin typeface="Calibri"/>
                <a:cs typeface="Calibri"/>
              </a:rPr>
              <a:t>→</a:t>
            </a:r>
            <a:r>
              <a:rPr sz="1550" spc="60" dirty="0">
                <a:solidFill>
                  <a:srgbClr val="18252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8252A"/>
                </a:solidFill>
                <a:latin typeface="Calibri"/>
                <a:cs typeface="Calibri"/>
              </a:rPr>
              <a:t>return</a:t>
            </a:r>
            <a:r>
              <a:rPr sz="1550" spc="60" dirty="0">
                <a:solidFill>
                  <a:srgbClr val="18252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8252A"/>
                </a:solidFill>
                <a:latin typeface="Calibri"/>
                <a:cs typeface="Calibri"/>
              </a:rPr>
              <a:t>to</a:t>
            </a:r>
            <a:r>
              <a:rPr sz="1550" spc="55" dirty="0">
                <a:solidFill>
                  <a:srgbClr val="18252A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18252A"/>
                </a:solidFill>
                <a:latin typeface="Calibri"/>
                <a:cs typeface="Calibri"/>
              </a:rPr>
              <a:t>menu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811389" y="5563234"/>
            <a:ext cx="159766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F37BD"/>
                </a:solidFill>
                <a:latin typeface="Calibri"/>
                <a:cs typeface="Calibri"/>
              </a:rPr>
              <a:t>If</a:t>
            </a:r>
            <a:r>
              <a:rPr sz="1550" b="1" spc="-15" dirty="0">
                <a:solidFill>
                  <a:srgbClr val="1F37BD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F37BD"/>
                </a:solidFill>
                <a:latin typeface="Calibri"/>
                <a:cs typeface="Calibri"/>
              </a:rPr>
              <a:t>Exit</a:t>
            </a:r>
            <a:r>
              <a:rPr sz="1550" b="1" spc="15" dirty="0">
                <a:solidFill>
                  <a:srgbClr val="1F37BD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F37BD"/>
                </a:solidFill>
                <a:latin typeface="Calibri"/>
                <a:cs typeface="Calibri"/>
              </a:rPr>
              <a:t>=</a:t>
            </a:r>
            <a:r>
              <a:rPr sz="1550" b="1" spc="5" dirty="0">
                <a:solidFill>
                  <a:srgbClr val="1F37BD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F37BD"/>
                </a:solidFill>
                <a:latin typeface="Calibri"/>
                <a:cs typeface="Calibri"/>
              </a:rPr>
              <a:t>Yes</a:t>
            </a:r>
            <a:r>
              <a:rPr sz="1550" b="1" spc="85" dirty="0">
                <a:solidFill>
                  <a:srgbClr val="1F37BD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F37BD"/>
                </a:solidFill>
                <a:latin typeface="Calibri"/>
                <a:cs typeface="Calibri"/>
              </a:rPr>
              <a:t>→</a:t>
            </a:r>
            <a:r>
              <a:rPr sz="1550" b="1" spc="35" dirty="0">
                <a:solidFill>
                  <a:srgbClr val="1F37BD"/>
                </a:solidFill>
                <a:latin typeface="Calibri"/>
                <a:cs typeface="Calibri"/>
              </a:rPr>
              <a:t> </a:t>
            </a:r>
            <a:r>
              <a:rPr sz="1550" b="1" spc="-25" dirty="0">
                <a:solidFill>
                  <a:srgbClr val="1F37BD"/>
                </a:solidFill>
                <a:latin typeface="Calibri"/>
                <a:cs typeface="Calibri"/>
              </a:rPr>
              <a:t>END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S.</a:t>
            </a:r>
            <a:r>
              <a:rPr spc="5" dirty="0"/>
              <a:t> </a:t>
            </a:r>
            <a:r>
              <a:rPr dirty="0"/>
              <a:t>B.</a:t>
            </a:r>
            <a:r>
              <a:rPr spc="10" dirty="0"/>
              <a:t> </a:t>
            </a:r>
            <a:r>
              <a:rPr dirty="0"/>
              <a:t>JAIN</a:t>
            </a:r>
            <a:r>
              <a:rPr spc="5" dirty="0"/>
              <a:t> </a:t>
            </a:r>
            <a:r>
              <a:rPr spc="-10" dirty="0"/>
              <a:t>INSTITUTE</a:t>
            </a:r>
            <a:r>
              <a:rPr spc="-1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10" dirty="0"/>
              <a:t>TECHNOLOGY</a:t>
            </a:r>
            <a:r>
              <a:rPr spc="5" dirty="0"/>
              <a:t> </a:t>
            </a:r>
            <a:r>
              <a:rPr spc="-10" dirty="0"/>
              <a:t>MANAGEMENT</a:t>
            </a:r>
            <a:r>
              <a:rPr spc="-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dirty="0"/>
              <a:t>RESEARCH,</a:t>
            </a:r>
            <a:r>
              <a:rPr spc="10" dirty="0"/>
              <a:t> </a:t>
            </a:r>
            <a:r>
              <a:rPr spc="-10" dirty="0"/>
              <a:t>NAGPUR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6.</a:t>
            </a:r>
            <a:r>
              <a:rPr spc="25" dirty="0"/>
              <a:t> </a:t>
            </a:r>
            <a:r>
              <a:rPr spc="-10" dirty="0"/>
              <a:t>Pseudocode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990600" y="1104836"/>
            <a:ext cx="10177780" cy="5148580"/>
            <a:chOff x="990600" y="1104836"/>
            <a:chExt cx="10177780" cy="514858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" y="1104836"/>
              <a:ext cx="10177526" cy="514832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52512" y="1147826"/>
              <a:ext cx="10059035" cy="5029200"/>
            </a:xfrm>
            <a:custGeom>
              <a:avLst/>
              <a:gdLst/>
              <a:ahLst/>
              <a:cxnLst/>
              <a:rect l="l" t="t" r="r" b="b"/>
              <a:pathLst>
                <a:path w="10059035" h="5029200">
                  <a:moveTo>
                    <a:pt x="9220136" y="0"/>
                  </a:moveTo>
                  <a:lnTo>
                    <a:pt x="838263" y="0"/>
                  </a:lnTo>
                  <a:lnTo>
                    <a:pt x="790699" y="1326"/>
                  </a:lnTo>
                  <a:lnTo>
                    <a:pt x="743831" y="5260"/>
                  </a:lnTo>
                  <a:lnTo>
                    <a:pt x="697730" y="11729"/>
                  </a:lnTo>
                  <a:lnTo>
                    <a:pt x="652465" y="20664"/>
                  </a:lnTo>
                  <a:lnTo>
                    <a:pt x="608108" y="31993"/>
                  </a:lnTo>
                  <a:lnTo>
                    <a:pt x="564730" y="45645"/>
                  </a:lnTo>
                  <a:lnTo>
                    <a:pt x="522402" y="61551"/>
                  </a:lnTo>
                  <a:lnTo>
                    <a:pt x="481194" y="79638"/>
                  </a:lnTo>
                  <a:lnTo>
                    <a:pt x="441177" y="99837"/>
                  </a:lnTo>
                  <a:lnTo>
                    <a:pt x="402422" y="122076"/>
                  </a:lnTo>
                  <a:lnTo>
                    <a:pt x="364999" y="146285"/>
                  </a:lnTo>
                  <a:lnTo>
                    <a:pt x="328980" y="172393"/>
                  </a:lnTo>
                  <a:lnTo>
                    <a:pt x="294436" y="200329"/>
                  </a:lnTo>
                  <a:lnTo>
                    <a:pt x="261436" y="230023"/>
                  </a:lnTo>
                  <a:lnTo>
                    <a:pt x="230053" y="261403"/>
                  </a:lnTo>
                  <a:lnTo>
                    <a:pt x="200356" y="294399"/>
                  </a:lnTo>
                  <a:lnTo>
                    <a:pt x="172417" y="328940"/>
                  </a:lnTo>
                  <a:lnTo>
                    <a:pt x="146305" y="364956"/>
                  </a:lnTo>
                  <a:lnTo>
                    <a:pt x="122093" y="402376"/>
                  </a:lnTo>
                  <a:lnTo>
                    <a:pt x="99851" y="441128"/>
                  </a:lnTo>
                  <a:lnTo>
                    <a:pt x="79650" y="481142"/>
                  </a:lnTo>
                  <a:lnTo>
                    <a:pt x="61560" y="522348"/>
                  </a:lnTo>
                  <a:lnTo>
                    <a:pt x="45652" y="564674"/>
                  </a:lnTo>
                  <a:lnTo>
                    <a:pt x="31998" y="608050"/>
                  </a:lnTo>
                  <a:lnTo>
                    <a:pt x="20667" y="652405"/>
                  </a:lnTo>
                  <a:lnTo>
                    <a:pt x="11731" y="697668"/>
                  </a:lnTo>
                  <a:lnTo>
                    <a:pt x="5261" y="743769"/>
                  </a:lnTo>
                  <a:lnTo>
                    <a:pt x="1327" y="790636"/>
                  </a:lnTo>
                  <a:lnTo>
                    <a:pt x="0" y="838200"/>
                  </a:lnTo>
                  <a:lnTo>
                    <a:pt x="0" y="4190873"/>
                  </a:lnTo>
                  <a:lnTo>
                    <a:pt x="1327" y="4238442"/>
                  </a:lnTo>
                  <a:lnTo>
                    <a:pt x="5261" y="4285316"/>
                  </a:lnTo>
                  <a:lnTo>
                    <a:pt x="11731" y="4331422"/>
                  </a:lnTo>
                  <a:lnTo>
                    <a:pt x="20667" y="4376690"/>
                  </a:lnTo>
                  <a:lnTo>
                    <a:pt x="31998" y="4421050"/>
                  </a:lnTo>
                  <a:lnTo>
                    <a:pt x="45652" y="4464430"/>
                  </a:lnTo>
                  <a:lnTo>
                    <a:pt x="61560" y="4506760"/>
                  </a:lnTo>
                  <a:lnTo>
                    <a:pt x="79650" y="4547969"/>
                  </a:lnTo>
                  <a:lnTo>
                    <a:pt x="99851" y="4587987"/>
                  </a:lnTo>
                  <a:lnTo>
                    <a:pt x="122093" y="4626742"/>
                  </a:lnTo>
                  <a:lnTo>
                    <a:pt x="146305" y="4664164"/>
                  </a:lnTo>
                  <a:lnTo>
                    <a:pt x="172417" y="4700182"/>
                  </a:lnTo>
                  <a:lnTo>
                    <a:pt x="200356" y="4734726"/>
                  </a:lnTo>
                  <a:lnTo>
                    <a:pt x="230053" y="4767724"/>
                  </a:lnTo>
                  <a:lnTo>
                    <a:pt x="261436" y="4799106"/>
                  </a:lnTo>
                  <a:lnTo>
                    <a:pt x="294436" y="4828801"/>
                  </a:lnTo>
                  <a:lnTo>
                    <a:pt x="328980" y="4856738"/>
                  </a:lnTo>
                  <a:lnTo>
                    <a:pt x="364999" y="4882847"/>
                  </a:lnTo>
                  <a:lnTo>
                    <a:pt x="402422" y="4907057"/>
                  </a:lnTo>
                  <a:lnTo>
                    <a:pt x="441177" y="4929297"/>
                  </a:lnTo>
                  <a:lnTo>
                    <a:pt x="481194" y="4949496"/>
                  </a:lnTo>
                  <a:lnTo>
                    <a:pt x="522402" y="4967584"/>
                  </a:lnTo>
                  <a:lnTo>
                    <a:pt x="564730" y="4983489"/>
                  </a:lnTo>
                  <a:lnTo>
                    <a:pt x="608108" y="4997142"/>
                  </a:lnTo>
                  <a:lnTo>
                    <a:pt x="652465" y="5008471"/>
                  </a:lnTo>
                  <a:lnTo>
                    <a:pt x="697730" y="5017406"/>
                  </a:lnTo>
                  <a:lnTo>
                    <a:pt x="743831" y="5023875"/>
                  </a:lnTo>
                  <a:lnTo>
                    <a:pt x="790699" y="5027809"/>
                  </a:lnTo>
                  <a:lnTo>
                    <a:pt x="838263" y="5029136"/>
                  </a:lnTo>
                  <a:lnTo>
                    <a:pt x="9220136" y="5029136"/>
                  </a:lnTo>
                  <a:lnTo>
                    <a:pt x="9267712" y="5027809"/>
                  </a:lnTo>
                  <a:lnTo>
                    <a:pt x="9314591" y="5023875"/>
                  </a:lnTo>
                  <a:lnTo>
                    <a:pt x="9360703" y="5017406"/>
                  </a:lnTo>
                  <a:lnTo>
                    <a:pt x="9405976" y="5008471"/>
                  </a:lnTo>
                  <a:lnTo>
                    <a:pt x="9450341" y="4997142"/>
                  </a:lnTo>
                  <a:lnTo>
                    <a:pt x="9493725" y="4983489"/>
                  </a:lnTo>
                  <a:lnTo>
                    <a:pt x="9536059" y="4967584"/>
                  </a:lnTo>
                  <a:lnTo>
                    <a:pt x="9577272" y="4949496"/>
                  </a:lnTo>
                  <a:lnTo>
                    <a:pt x="9617293" y="4929297"/>
                  </a:lnTo>
                  <a:lnTo>
                    <a:pt x="9656051" y="4907057"/>
                  </a:lnTo>
                  <a:lnTo>
                    <a:pt x="9693476" y="4882847"/>
                  </a:lnTo>
                  <a:lnTo>
                    <a:pt x="9729496" y="4856738"/>
                  </a:lnTo>
                  <a:lnTo>
                    <a:pt x="9764042" y="4828801"/>
                  </a:lnTo>
                  <a:lnTo>
                    <a:pt x="9797042" y="4799106"/>
                  </a:lnTo>
                  <a:lnTo>
                    <a:pt x="9828426" y="4767724"/>
                  </a:lnTo>
                  <a:lnTo>
                    <a:pt x="9858122" y="4734726"/>
                  </a:lnTo>
                  <a:lnTo>
                    <a:pt x="9886061" y="4700182"/>
                  </a:lnTo>
                  <a:lnTo>
                    <a:pt x="9912171" y="4664164"/>
                  </a:lnTo>
                  <a:lnTo>
                    <a:pt x="9936381" y="4626742"/>
                  </a:lnTo>
                  <a:lnTo>
                    <a:pt x="9958622" y="4587987"/>
                  </a:lnTo>
                  <a:lnTo>
                    <a:pt x="9978822" y="4547969"/>
                  </a:lnTo>
                  <a:lnTo>
                    <a:pt x="9996910" y="4506760"/>
                  </a:lnTo>
                  <a:lnTo>
                    <a:pt x="10012816" y="4464430"/>
                  </a:lnTo>
                  <a:lnTo>
                    <a:pt x="10026469" y="4421050"/>
                  </a:lnTo>
                  <a:lnTo>
                    <a:pt x="10037798" y="4376690"/>
                  </a:lnTo>
                  <a:lnTo>
                    <a:pt x="10046733" y="4331422"/>
                  </a:lnTo>
                  <a:lnTo>
                    <a:pt x="10053202" y="4285316"/>
                  </a:lnTo>
                  <a:lnTo>
                    <a:pt x="10057136" y="4238442"/>
                  </a:lnTo>
                  <a:lnTo>
                    <a:pt x="10058463" y="4190873"/>
                  </a:lnTo>
                  <a:lnTo>
                    <a:pt x="10058463" y="838200"/>
                  </a:lnTo>
                  <a:lnTo>
                    <a:pt x="10057136" y="790636"/>
                  </a:lnTo>
                  <a:lnTo>
                    <a:pt x="10053202" y="743769"/>
                  </a:lnTo>
                  <a:lnTo>
                    <a:pt x="10046733" y="697668"/>
                  </a:lnTo>
                  <a:lnTo>
                    <a:pt x="10037798" y="652405"/>
                  </a:lnTo>
                  <a:lnTo>
                    <a:pt x="10026469" y="608050"/>
                  </a:lnTo>
                  <a:lnTo>
                    <a:pt x="10012816" y="564674"/>
                  </a:lnTo>
                  <a:lnTo>
                    <a:pt x="9996910" y="522348"/>
                  </a:lnTo>
                  <a:lnTo>
                    <a:pt x="9978822" y="481142"/>
                  </a:lnTo>
                  <a:lnTo>
                    <a:pt x="9958622" y="441128"/>
                  </a:lnTo>
                  <a:lnTo>
                    <a:pt x="9936381" y="402376"/>
                  </a:lnTo>
                  <a:lnTo>
                    <a:pt x="9912171" y="364956"/>
                  </a:lnTo>
                  <a:lnTo>
                    <a:pt x="9886061" y="328940"/>
                  </a:lnTo>
                  <a:lnTo>
                    <a:pt x="9858122" y="294399"/>
                  </a:lnTo>
                  <a:lnTo>
                    <a:pt x="9828426" y="261403"/>
                  </a:lnTo>
                  <a:lnTo>
                    <a:pt x="9797042" y="230023"/>
                  </a:lnTo>
                  <a:lnTo>
                    <a:pt x="9764042" y="200329"/>
                  </a:lnTo>
                  <a:lnTo>
                    <a:pt x="9729496" y="172393"/>
                  </a:lnTo>
                  <a:lnTo>
                    <a:pt x="9693476" y="146285"/>
                  </a:lnTo>
                  <a:lnTo>
                    <a:pt x="9656051" y="122076"/>
                  </a:lnTo>
                  <a:lnTo>
                    <a:pt x="9617293" y="99837"/>
                  </a:lnTo>
                  <a:lnTo>
                    <a:pt x="9577272" y="79638"/>
                  </a:lnTo>
                  <a:lnTo>
                    <a:pt x="9536059" y="61551"/>
                  </a:lnTo>
                  <a:lnTo>
                    <a:pt x="9493725" y="45645"/>
                  </a:lnTo>
                  <a:lnTo>
                    <a:pt x="9450341" y="31993"/>
                  </a:lnTo>
                  <a:lnTo>
                    <a:pt x="9405976" y="20664"/>
                  </a:lnTo>
                  <a:lnTo>
                    <a:pt x="9360703" y="11729"/>
                  </a:lnTo>
                  <a:lnTo>
                    <a:pt x="9314591" y="5260"/>
                  </a:lnTo>
                  <a:lnTo>
                    <a:pt x="9267712" y="1326"/>
                  </a:lnTo>
                  <a:lnTo>
                    <a:pt x="9220136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52512" y="1147826"/>
              <a:ext cx="10059035" cy="5029200"/>
            </a:xfrm>
            <a:custGeom>
              <a:avLst/>
              <a:gdLst/>
              <a:ahLst/>
              <a:cxnLst/>
              <a:rect l="l" t="t" r="r" b="b"/>
              <a:pathLst>
                <a:path w="10059035" h="5029200">
                  <a:moveTo>
                    <a:pt x="0" y="838200"/>
                  </a:moveTo>
                  <a:lnTo>
                    <a:pt x="1327" y="790636"/>
                  </a:lnTo>
                  <a:lnTo>
                    <a:pt x="5261" y="743769"/>
                  </a:lnTo>
                  <a:lnTo>
                    <a:pt x="11731" y="697668"/>
                  </a:lnTo>
                  <a:lnTo>
                    <a:pt x="20667" y="652405"/>
                  </a:lnTo>
                  <a:lnTo>
                    <a:pt x="31998" y="608050"/>
                  </a:lnTo>
                  <a:lnTo>
                    <a:pt x="45652" y="564674"/>
                  </a:lnTo>
                  <a:lnTo>
                    <a:pt x="61560" y="522348"/>
                  </a:lnTo>
                  <a:lnTo>
                    <a:pt x="79650" y="481142"/>
                  </a:lnTo>
                  <a:lnTo>
                    <a:pt x="99851" y="441128"/>
                  </a:lnTo>
                  <a:lnTo>
                    <a:pt x="122093" y="402376"/>
                  </a:lnTo>
                  <a:lnTo>
                    <a:pt x="146305" y="364956"/>
                  </a:lnTo>
                  <a:lnTo>
                    <a:pt x="172417" y="328940"/>
                  </a:lnTo>
                  <a:lnTo>
                    <a:pt x="200356" y="294399"/>
                  </a:lnTo>
                  <a:lnTo>
                    <a:pt x="230053" y="261403"/>
                  </a:lnTo>
                  <a:lnTo>
                    <a:pt x="261436" y="230023"/>
                  </a:lnTo>
                  <a:lnTo>
                    <a:pt x="294436" y="200329"/>
                  </a:lnTo>
                  <a:lnTo>
                    <a:pt x="328980" y="172393"/>
                  </a:lnTo>
                  <a:lnTo>
                    <a:pt x="364999" y="146285"/>
                  </a:lnTo>
                  <a:lnTo>
                    <a:pt x="402422" y="122076"/>
                  </a:lnTo>
                  <a:lnTo>
                    <a:pt x="441177" y="99837"/>
                  </a:lnTo>
                  <a:lnTo>
                    <a:pt x="481194" y="79638"/>
                  </a:lnTo>
                  <a:lnTo>
                    <a:pt x="522402" y="61551"/>
                  </a:lnTo>
                  <a:lnTo>
                    <a:pt x="564730" y="45645"/>
                  </a:lnTo>
                  <a:lnTo>
                    <a:pt x="608108" y="31993"/>
                  </a:lnTo>
                  <a:lnTo>
                    <a:pt x="652465" y="20664"/>
                  </a:lnTo>
                  <a:lnTo>
                    <a:pt x="697730" y="11729"/>
                  </a:lnTo>
                  <a:lnTo>
                    <a:pt x="743831" y="5260"/>
                  </a:lnTo>
                  <a:lnTo>
                    <a:pt x="790699" y="1326"/>
                  </a:lnTo>
                  <a:lnTo>
                    <a:pt x="838263" y="0"/>
                  </a:lnTo>
                  <a:lnTo>
                    <a:pt x="9220136" y="0"/>
                  </a:lnTo>
                  <a:lnTo>
                    <a:pt x="9267712" y="1326"/>
                  </a:lnTo>
                  <a:lnTo>
                    <a:pt x="9314591" y="5260"/>
                  </a:lnTo>
                  <a:lnTo>
                    <a:pt x="9360703" y="11729"/>
                  </a:lnTo>
                  <a:lnTo>
                    <a:pt x="9405976" y="20664"/>
                  </a:lnTo>
                  <a:lnTo>
                    <a:pt x="9450341" y="31993"/>
                  </a:lnTo>
                  <a:lnTo>
                    <a:pt x="9493725" y="45645"/>
                  </a:lnTo>
                  <a:lnTo>
                    <a:pt x="9536059" y="61551"/>
                  </a:lnTo>
                  <a:lnTo>
                    <a:pt x="9577272" y="79638"/>
                  </a:lnTo>
                  <a:lnTo>
                    <a:pt x="9617293" y="99837"/>
                  </a:lnTo>
                  <a:lnTo>
                    <a:pt x="9656051" y="122076"/>
                  </a:lnTo>
                  <a:lnTo>
                    <a:pt x="9693476" y="146285"/>
                  </a:lnTo>
                  <a:lnTo>
                    <a:pt x="9729496" y="172393"/>
                  </a:lnTo>
                  <a:lnTo>
                    <a:pt x="9764042" y="200329"/>
                  </a:lnTo>
                  <a:lnTo>
                    <a:pt x="9797042" y="230023"/>
                  </a:lnTo>
                  <a:lnTo>
                    <a:pt x="9828426" y="261403"/>
                  </a:lnTo>
                  <a:lnTo>
                    <a:pt x="9858122" y="294399"/>
                  </a:lnTo>
                  <a:lnTo>
                    <a:pt x="9886061" y="328940"/>
                  </a:lnTo>
                  <a:lnTo>
                    <a:pt x="9912171" y="364956"/>
                  </a:lnTo>
                  <a:lnTo>
                    <a:pt x="9936381" y="402376"/>
                  </a:lnTo>
                  <a:lnTo>
                    <a:pt x="9958622" y="441128"/>
                  </a:lnTo>
                  <a:lnTo>
                    <a:pt x="9978822" y="481142"/>
                  </a:lnTo>
                  <a:lnTo>
                    <a:pt x="9996910" y="522348"/>
                  </a:lnTo>
                  <a:lnTo>
                    <a:pt x="10012816" y="564674"/>
                  </a:lnTo>
                  <a:lnTo>
                    <a:pt x="10026469" y="608050"/>
                  </a:lnTo>
                  <a:lnTo>
                    <a:pt x="10037798" y="652405"/>
                  </a:lnTo>
                  <a:lnTo>
                    <a:pt x="10046733" y="697668"/>
                  </a:lnTo>
                  <a:lnTo>
                    <a:pt x="10053202" y="743769"/>
                  </a:lnTo>
                  <a:lnTo>
                    <a:pt x="10057136" y="790636"/>
                  </a:lnTo>
                  <a:lnTo>
                    <a:pt x="10058463" y="838200"/>
                  </a:lnTo>
                  <a:lnTo>
                    <a:pt x="10058463" y="4190873"/>
                  </a:lnTo>
                  <a:lnTo>
                    <a:pt x="10057136" y="4238442"/>
                  </a:lnTo>
                  <a:lnTo>
                    <a:pt x="10053202" y="4285316"/>
                  </a:lnTo>
                  <a:lnTo>
                    <a:pt x="10046733" y="4331422"/>
                  </a:lnTo>
                  <a:lnTo>
                    <a:pt x="10037798" y="4376690"/>
                  </a:lnTo>
                  <a:lnTo>
                    <a:pt x="10026469" y="4421050"/>
                  </a:lnTo>
                  <a:lnTo>
                    <a:pt x="10012816" y="4464430"/>
                  </a:lnTo>
                  <a:lnTo>
                    <a:pt x="9996910" y="4506760"/>
                  </a:lnTo>
                  <a:lnTo>
                    <a:pt x="9978822" y="4547969"/>
                  </a:lnTo>
                  <a:lnTo>
                    <a:pt x="9958622" y="4587987"/>
                  </a:lnTo>
                  <a:lnTo>
                    <a:pt x="9936381" y="4626742"/>
                  </a:lnTo>
                  <a:lnTo>
                    <a:pt x="9912171" y="4664164"/>
                  </a:lnTo>
                  <a:lnTo>
                    <a:pt x="9886061" y="4700182"/>
                  </a:lnTo>
                  <a:lnTo>
                    <a:pt x="9858122" y="4734726"/>
                  </a:lnTo>
                  <a:lnTo>
                    <a:pt x="9828426" y="4767724"/>
                  </a:lnTo>
                  <a:lnTo>
                    <a:pt x="9797042" y="4799106"/>
                  </a:lnTo>
                  <a:lnTo>
                    <a:pt x="9764042" y="4828801"/>
                  </a:lnTo>
                  <a:lnTo>
                    <a:pt x="9729496" y="4856738"/>
                  </a:lnTo>
                  <a:lnTo>
                    <a:pt x="9693476" y="4882847"/>
                  </a:lnTo>
                  <a:lnTo>
                    <a:pt x="9656051" y="4907057"/>
                  </a:lnTo>
                  <a:lnTo>
                    <a:pt x="9617293" y="4929297"/>
                  </a:lnTo>
                  <a:lnTo>
                    <a:pt x="9577272" y="4949496"/>
                  </a:lnTo>
                  <a:lnTo>
                    <a:pt x="9536059" y="4967584"/>
                  </a:lnTo>
                  <a:lnTo>
                    <a:pt x="9493725" y="4983489"/>
                  </a:lnTo>
                  <a:lnTo>
                    <a:pt x="9450341" y="4997142"/>
                  </a:lnTo>
                  <a:lnTo>
                    <a:pt x="9405976" y="5008471"/>
                  </a:lnTo>
                  <a:lnTo>
                    <a:pt x="9360703" y="5017406"/>
                  </a:lnTo>
                  <a:lnTo>
                    <a:pt x="9314591" y="5023875"/>
                  </a:lnTo>
                  <a:lnTo>
                    <a:pt x="9267712" y="5027809"/>
                  </a:lnTo>
                  <a:lnTo>
                    <a:pt x="9220136" y="5029136"/>
                  </a:lnTo>
                  <a:lnTo>
                    <a:pt x="838263" y="5029136"/>
                  </a:lnTo>
                  <a:lnTo>
                    <a:pt x="790699" y="5027809"/>
                  </a:lnTo>
                  <a:lnTo>
                    <a:pt x="743831" y="5023875"/>
                  </a:lnTo>
                  <a:lnTo>
                    <a:pt x="697730" y="5017406"/>
                  </a:lnTo>
                  <a:lnTo>
                    <a:pt x="652465" y="5008471"/>
                  </a:lnTo>
                  <a:lnTo>
                    <a:pt x="608108" y="4997142"/>
                  </a:lnTo>
                  <a:lnTo>
                    <a:pt x="564730" y="4983489"/>
                  </a:lnTo>
                  <a:lnTo>
                    <a:pt x="522402" y="4967584"/>
                  </a:lnTo>
                  <a:lnTo>
                    <a:pt x="481194" y="4949496"/>
                  </a:lnTo>
                  <a:lnTo>
                    <a:pt x="441177" y="4929297"/>
                  </a:lnTo>
                  <a:lnTo>
                    <a:pt x="402422" y="4907057"/>
                  </a:lnTo>
                  <a:lnTo>
                    <a:pt x="364999" y="4882847"/>
                  </a:lnTo>
                  <a:lnTo>
                    <a:pt x="328980" y="4856738"/>
                  </a:lnTo>
                  <a:lnTo>
                    <a:pt x="294436" y="4828801"/>
                  </a:lnTo>
                  <a:lnTo>
                    <a:pt x="261436" y="4799106"/>
                  </a:lnTo>
                  <a:lnTo>
                    <a:pt x="230053" y="4767724"/>
                  </a:lnTo>
                  <a:lnTo>
                    <a:pt x="200356" y="4734726"/>
                  </a:lnTo>
                  <a:lnTo>
                    <a:pt x="172417" y="4700182"/>
                  </a:lnTo>
                  <a:lnTo>
                    <a:pt x="146305" y="4664164"/>
                  </a:lnTo>
                  <a:lnTo>
                    <a:pt x="122093" y="4626742"/>
                  </a:lnTo>
                  <a:lnTo>
                    <a:pt x="99851" y="4587987"/>
                  </a:lnTo>
                  <a:lnTo>
                    <a:pt x="79650" y="4547969"/>
                  </a:lnTo>
                  <a:lnTo>
                    <a:pt x="61560" y="4506760"/>
                  </a:lnTo>
                  <a:lnTo>
                    <a:pt x="45652" y="4464430"/>
                  </a:lnTo>
                  <a:lnTo>
                    <a:pt x="31998" y="4421050"/>
                  </a:lnTo>
                  <a:lnTo>
                    <a:pt x="20667" y="4376690"/>
                  </a:lnTo>
                  <a:lnTo>
                    <a:pt x="11731" y="4331422"/>
                  </a:lnTo>
                  <a:lnTo>
                    <a:pt x="5261" y="4285316"/>
                  </a:lnTo>
                  <a:lnTo>
                    <a:pt x="1327" y="4238442"/>
                  </a:lnTo>
                  <a:lnTo>
                    <a:pt x="0" y="4190873"/>
                  </a:lnTo>
                  <a:lnTo>
                    <a:pt x="0" y="838200"/>
                  </a:lnTo>
                  <a:close/>
                </a:path>
              </a:pathLst>
            </a:custGeom>
            <a:ln w="9525">
              <a:solidFill>
                <a:srgbClr val="85AA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" name="object 3"/>
          <p:cNvGrpSpPr/>
          <p:nvPr/>
        </p:nvGrpSpPr>
        <p:grpSpPr>
          <a:xfrm>
            <a:off x="104775" y="6381750"/>
            <a:ext cx="11968480" cy="386080"/>
            <a:chOff x="104775" y="6381750"/>
            <a:chExt cx="11968480" cy="38608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775" y="6381750"/>
              <a:ext cx="11968226" cy="3857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1925" y="6419850"/>
              <a:ext cx="11858625" cy="276225"/>
            </a:xfrm>
            <a:custGeom>
              <a:avLst/>
              <a:gdLst/>
              <a:ahLst/>
              <a:cxnLst/>
              <a:rect l="l" t="t" r="r" b="b"/>
              <a:pathLst>
                <a:path w="11858625" h="276225">
                  <a:moveTo>
                    <a:pt x="1185862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11858625" y="276225"/>
                  </a:lnTo>
                  <a:lnTo>
                    <a:pt x="11858625" y="0"/>
                  </a:lnTo>
                  <a:close/>
                </a:path>
              </a:pathLst>
            </a:custGeom>
            <a:solidFill>
              <a:srgbClr val="85AA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09600" y="6483350"/>
            <a:ext cx="403542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Aptos"/>
                <a:cs typeface="Aptos"/>
              </a:rPr>
              <a:t>S.</a:t>
            </a:r>
            <a:r>
              <a:rPr sz="900" spc="5" dirty="0">
                <a:solidFill>
                  <a:srgbClr val="FFFFFF"/>
                </a:solidFill>
                <a:latin typeface="Aptos"/>
                <a:cs typeface="Aptos"/>
              </a:rPr>
              <a:t> </a:t>
            </a:r>
            <a:r>
              <a:rPr sz="900" dirty="0">
                <a:solidFill>
                  <a:srgbClr val="FFFFFF"/>
                </a:solidFill>
                <a:latin typeface="Aptos"/>
                <a:cs typeface="Aptos"/>
              </a:rPr>
              <a:t>B.</a:t>
            </a:r>
            <a:r>
              <a:rPr sz="900" spc="10" dirty="0">
                <a:solidFill>
                  <a:srgbClr val="FFFFFF"/>
                </a:solidFill>
                <a:latin typeface="Aptos"/>
                <a:cs typeface="Aptos"/>
              </a:rPr>
              <a:t> </a:t>
            </a:r>
            <a:r>
              <a:rPr sz="900" dirty="0">
                <a:solidFill>
                  <a:srgbClr val="FFFFFF"/>
                </a:solidFill>
                <a:latin typeface="Aptos"/>
                <a:cs typeface="Aptos"/>
              </a:rPr>
              <a:t>JAIN</a:t>
            </a:r>
            <a:r>
              <a:rPr sz="900" spc="5" dirty="0">
                <a:solidFill>
                  <a:srgbClr val="FFFFFF"/>
                </a:solidFill>
                <a:latin typeface="Aptos"/>
                <a:cs typeface="Aptos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ptos"/>
                <a:cs typeface="Aptos"/>
              </a:rPr>
              <a:t>INSTITUTE</a:t>
            </a:r>
            <a:r>
              <a:rPr sz="900" spc="-15" dirty="0">
                <a:solidFill>
                  <a:srgbClr val="FFFFFF"/>
                </a:solidFill>
                <a:latin typeface="Aptos"/>
                <a:cs typeface="Aptos"/>
              </a:rPr>
              <a:t> </a:t>
            </a:r>
            <a:r>
              <a:rPr sz="900" dirty="0">
                <a:solidFill>
                  <a:srgbClr val="FFFFFF"/>
                </a:solidFill>
                <a:latin typeface="Aptos"/>
                <a:cs typeface="Aptos"/>
              </a:rPr>
              <a:t>OF</a:t>
            </a:r>
            <a:r>
              <a:rPr sz="900" spc="20" dirty="0">
                <a:solidFill>
                  <a:srgbClr val="FFFFFF"/>
                </a:solidFill>
                <a:latin typeface="Aptos"/>
                <a:cs typeface="Aptos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ptos"/>
                <a:cs typeface="Aptos"/>
              </a:rPr>
              <a:t>TECHNOLOGY</a:t>
            </a:r>
            <a:r>
              <a:rPr sz="900" spc="5" dirty="0">
                <a:solidFill>
                  <a:srgbClr val="FFFFFF"/>
                </a:solidFill>
                <a:latin typeface="Aptos"/>
                <a:cs typeface="Aptos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ptos"/>
                <a:cs typeface="Aptos"/>
              </a:rPr>
              <a:t>MANAGEMENT</a:t>
            </a:r>
            <a:r>
              <a:rPr sz="900" spc="-15" dirty="0">
                <a:solidFill>
                  <a:srgbClr val="FFFFFF"/>
                </a:solidFill>
                <a:latin typeface="Aptos"/>
                <a:cs typeface="Aptos"/>
              </a:rPr>
              <a:t> </a:t>
            </a:r>
            <a:r>
              <a:rPr sz="900" dirty="0">
                <a:solidFill>
                  <a:srgbClr val="FFFFFF"/>
                </a:solidFill>
                <a:latin typeface="Aptos"/>
                <a:cs typeface="Aptos"/>
              </a:rPr>
              <a:t>AND</a:t>
            </a:r>
            <a:r>
              <a:rPr sz="900" spc="20" dirty="0">
                <a:solidFill>
                  <a:srgbClr val="FFFFFF"/>
                </a:solidFill>
                <a:latin typeface="Aptos"/>
                <a:cs typeface="Aptos"/>
              </a:rPr>
              <a:t> </a:t>
            </a:r>
            <a:r>
              <a:rPr sz="900" dirty="0">
                <a:solidFill>
                  <a:srgbClr val="FFFFFF"/>
                </a:solidFill>
                <a:latin typeface="Aptos"/>
                <a:cs typeface="Aptos"/>
              </a:rPr>
              <a:t>RESEARCH,</a:t>
            </a:r>
            <a:r>
              <a:rPr sz="900" spc="10" dirty="0">
                <a:solidFill>
                  <a:srgbClr val="FFFFFF"/>
                </a:solidFill>
                <a:latin typeface="Aptos"/>
                <a:cs typeface="Aptos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ptos"/>
                <a:cs typeface="Aptos"/>
              </a:rPr>
              <a:t>NAGPUR</a:t>
            </a:r>
            <a:endParaRPr sz="900">
              <a:latin typeface="Aptos"/>
              <a:cs typeface="Apto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05636" y="1396936"/>
            <a:ext cx="3694429" cy="5149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0" dirty="0">
                <a:solidFill>
                  <a:srgbClr val="18252A"/>
                </a:solidFill>
                <a:latin typeface="Consolas"/>
                <a:cs typeface="Consolas"/>
              </a:rPr>
              <a:t>BEGIN</a:t>
            </a:r>
            <a:endParaRPr sz="1550">
              <a:latin typeface="Consolas"/>
              <a:cs typeface="Consolas"/>
            </a:endParaRPr>
          </a:p>
          <a:p>
            <a:pPr marL="234950" marR="2007870">
              <a:lnSpc>
                <a:spcPct val="101000"/>
              </a:lnSpc>
              <a:spcBef>
                <a:spcPts val="75"/>
              </a:spcBef>
            </a:pP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Load</a:t>
            </a:r>
            <a:r>
              <a:rPr sz="1550" spc="80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solidFill>
                  <a:srgbClr val="18252A"/>
                </a:solidFill>
                <a:latin typeface="Consolas"/>
                <a:cs typeface="Consolas"/>
              </a:rPr>
              <a:t>contacts REPEAT</a:t>
            </a:r>
            <a:endParaRPr sz="1550">
              <a:latin typeface="Consolas"/>
              <a:cs typeface="Consolas"/>
            </a:endParaRPr>
          </a:p>
          <a:p>
            <a:pPr marL="679450" marR="1677670">
              <a:lnSpc>
                <a:spcPct val="104900"/>
              </a:lnSpc>
            </a:pP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Display</a:t>
            </a:r>
            <a:r>
              <a:rPr sz="1550" spc="14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spc="-20" dirty="0">
                <a:solidFill>
                  <a:srgbClr val="18252A"/>
                </a:solidFill>
                <a:latin typeface="Consolas"/>
                <a:cs typeface="Consolas"/>
              </a:rPr>
              <a:t>menu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Read</a:t>
            </a:r>
            <a:r>
              <a:rPr sz="1550" spc="80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solidFill>
                  <a:srgbClr val="18252A"/>
                </a:solidFill>
                <a:latin typeface="Consolas"/>
                <a:cs typeface="Consolas"/>
              </a:rPr>
              <a:t>choice</a:t>
            </a:r>
            <a:endParaRPr sz="15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550">
              <a:latin typeface="Consolas"/>
              <a:cs typeface="Consolas"/>
            </a:endParaRPr>
          </a:p>
          <a:p>
            <a:pPr marL="679450">
              <a:lnSpc>
                <a:spcPct val="100000"/>
              </a:lnSpc>
            </a:pP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IF</a:t>
            </a:r>
            <a:r>
              <a:rPr sz="1550" spc="5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choice</a:t>
            </a:r>
            <a:r>
              <a:rPr sz="1550" spc="140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=</a:t>
            </a:r>
            <a:r>
              <a:rPr sz="1550" spc="60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spc="-25" dirty="0">
                <a:solidFill>
                  <a:srgbClr val="18252A"/>
                </a:solidFill>
                <a:latin typeface="Consolas"/>
                <a:cs typeface="Consolas"/>
              </a:rPr>
              <a:t>Add</a:t>
            </a:r>
            <a:endParaRPr sz="1550">
              <a:latin typeface="Consolas"/>
              <a:cs typeface="Consolas"/>
            </a:endParaRPr>
          </a:p>
          <a:p>
            <a:pPr marL="1124585">
              <a:lnSpc>
                <a:spcPct val="100000"/>
              </a:lnSpc>
              <a:spcBef>
                <a:spcPts val="20"/>
              </a:spcBef>
            </a:pP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Enter</a:t>
            </a:r>
            <a:r>
              <a:rPr sz="1550" spc="6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and</a:t>
            </a:r>
            <a:r>
              <a:rPr sz="1550" spc="15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store</a:t>
            </a:r>
            <a:r>
              <a:rPr sz="1550" spc="150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solidFill>
                  <a:srgbClr val="18252A"/>
                </a:solidFill>
                <a:latin typeface="Consolas"/>
                <a:cs typeface="Consolas"/>
              </a:rPr>
              <a:t>contact</a:t>
            </a:r>
            <a:endParaRPr sz="1550">
              <a:latin typeface="Consolas"/>
              <a:cs typeface="Consolas"/>
            </a:endParaRPr>
          </a:p>
          <a:p>
            <a:pPr marL="1124585" marR="680085" indent="-445134">
              <a:lnSpc>
                <a:spcPct val="104900"/>
              </a:lnSpc>
              <a:spcBef>
                <a:spcPts val="5"/>
              </a:spcBef>
            </a:pP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ELSE</a:t>
            </a:r>
            <a:r>
              <a:rPr sz="1550" spc="5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IF</a:t>
            </a:r>
            <a:r>
              <a:rPr sz="1550" spc="60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choice</a:t>
            </a:r>
            <a:r>
              <a:rPr sz="1550" spc="5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=</a:t>
            </a:r>
            <a:r>
              <a:rPr sz="1550" spc="60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spc="-20" dirty="0">
                <a:solidFill>
                  <a:srgbClr val="18252A"/>
                </a:solidFill>
                <a:latin typeface="Consolas"/>
                <a:cs typeface="Consolas"/>
              </a:rPr>
              <a:t>View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Display</a:t>
            </a:r>
            <a:r>
              <a:rPr sz="1550" spc="8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solidFill>
                  <a:srgbClr val="18252A"/>
                </a:solidFill>
                <a:latin typeface="Consolas"/>
                <a:cs typeface="Consolas"/>
              </a:rPr>
              <a:t>contacts</a:t>
            </a:r>
            <a:endParaRPr sz="1550">
              <a:latin typeface="Consolas"/>
              <a:cs typeface="Consolas"/>
            </a:endParaRPr>
          </a:p>
          <a:p>
            <a:pPr marL="1124585" marR="233045" indent="-445134">
              <a:lnSpc>
                <a:spcPts val="1950"/>
              </a:lnSpc>
              <a:spcBef>
                <a:spcPts val="5"/>
              </a:spcBef>
            </a:pP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ELSE</a:t>
            </a:r>
            <a:r>
              <a:rPr sz="1550" spc="8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IF</a:t>
            </a:r>
            <a:r>
              <a:rPr sz="1550" spc="8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choice</a:t>
            </a:r>
            <a:r>
              <a:rPr sz="1550" spc="8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=</a:t>
            </a:r>
            <a:r>
              <a:rPr sz="1550" spc="8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solidFill>
                  <a:srgbClr val="18252A"/>
                </a:solidFill>
                <a:latin typeface="Consolas"/>
                <a:cs typeface="Consolas"/>
              </a:rPr>
              <a:t>Search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Find</a:t>
            </a:r>
            <a:r>
              <a:rPr sz="1550" spc="13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matching</a:t>
            </a:r>
            <a:r>
              <a:rPr sz="1550" spc="140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solidFill>
                  <a:srgbClr val="18252A"/>
                </a:solidFill>
                <a:latin typeface="Consolas"/>
                <a:cs typeface="Consolas"/>
              </a:rPr>
              <a:t>contact</a:t>
            </a:r>
            <a:endParaRPr sz="1550">
              <a:latin typeface="Consolas"/>
              <a:cs typeface="Consolas"/>
            </a:endParaRPr>
          </a:p>
          <a:p>
            <a:pPr marL="679450">
              <a:lnSpc>
                <a:spcPts val="1800"/>
              </a:lnSpc>
            </a:pP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ELSE</a:t>
            </a:r>
            <a:r>
              <a:rPr sz="1550" spc="8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IF</a:t>
            </a:r>
            <a:r>
              <a:rPr sz="1550" spc="8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choice</a:t>
            </a:r>
            <a:r>
              <a:rPr sz="1550" spc="8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=</a:t>
            </a:r>
            <a:r>
              <a:rPr sz="1550" spc="8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solidFill>
                  <a:srgbClr val="18252A"/>
                </a:solidFill>
                <a:latin typeface="Consolas"/>
                <a:cs typeface="Consolas"/>
              </a:rPr>
              <a:t>Update</a:t>
            </a:r>
            <a:endParaRPr sz="1550">
              <a:latin typeface="Consolas"/>
              <a:cs typeface="Consolas"/>
            </a:endParaRPr>
          </a:p>
          <a:p>
            <a:pPr marL="679450" marR="5080" indent="444500">
              <a:lnSpc>
                <a:spcPts val="1950"/>
              </a:lnSpc>
              <a:spcBef>
                <a:spcPts val="85"/>
              </a:spcBef>
            </a:pP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Modify</a:t>
            </a:r>
            <a:r>
              <a:rPr sz="1550" spc="18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selected</a:t>
            </a:r>
            <a:r>
              <a:rPr sz="1550" spc="18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solidFill>
                  <a:srgbClr val="18252A"/>
                </a:solidFill>
                <a:latin typeface="Consolas"/>
                <a:cs typeface="Consolas"/>
              </a:rPr>
              <a:t>contact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ELSE</a:t>
            </a:r>
            <a:r>
              <a:rPr sz="1550" spc="8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IF</a:t>
            </a:r>
            <a:r>
              <a:rPr sz="1550" spc="8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choice</a:t>
            </a:r>
            <a:r>
              <a:rPr sz="1550" spc="8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=</a:t>
            </a:r>
            <a:r>
              <a:rPr sz="1550" spc="8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solidFill>
                  <a:srgbClr val="18252A"/>
                </a:solidFill>
                <a:latin typeface="Consolas"/>
                <a:cs typeface="Consolas"/>
              </a:rPr>
              <a:t>Delete</a:t>
            </a:r>
            <a:endParaRPr sz="1550">
              <a:latin typeface="Consolas"/>
              <a:cs typeface="Consolas"/>
            </a:endParaRPr>
          </a:p>
          <a:p>
            <a:pPr marL="1124585">
              <a:lnSpc>
                <a:spcPts val="1800"/>
              </a:lnSpc>
            </a:pP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Remove</a:t>
            </a:r>
            <a:r>
              <a:rPr sz="1550" spc="18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selected</a:t>
            </a:r>
            <a:r>
              <a:rPr sz="1550" spc="18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solidFill>
                  <a:srgbClr val="18252A"/>
                </a:solidFill>
                <a:latin typeface="Consolas"/>
                <a:cs typeface="Consolas"/>
              </a:rPr>
              <a:t>contact</a:t>
            </a:r>
            <a:endParaRPr sz="1550">
              <a:latin typeface="Consolas"/>
              <a:cs typeface="Consolas"/>
            </a:endParaRPr>
          </a:p>
          <a:p>
            <a:pPr marL="1124585" marR="678180" indent="-445134">
              <a:lnSpc>
                <a:spcPct val="100899"/>
              </a:lnSpc>
              <a:spcBef>
                <a:spcPts val="75"/>
              </a:spcBef>
            </a:pP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ELSE</a:t>
            </a:r>
            <a:r>
              <a:rPr sz="1550" spc="8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IF</a:t>
            </a:r>
            <a:r>
              <a:rPr sz="1550" spc="8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choice</a:t>
            </a:r>
            <a:r>
              <a:rPr sz="1550" spc="8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=</a:t>
            </a:r>
            <a:r>
              <a:rPr sz="1550" spc="8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spc="-20" dirty="0">
                <a:solidFill>
                  <a:srgbClr val="18252A"/>
                </a:solidFill>
                <a:latin typeface="Consolas"/>
                <a:cs typeface="Consolas"/>
              </a:rPr>
              <a:t>Exit Stop</a:t>
            </a:r>
            <a:endParaRPr sz="1550">
              <a:latin typeface="Consolas"/>
              <a:cs typeface="Consolas"/>
            </a:endParaRPr>
          </a:p>
          <a:p>
            <a:pPr marL="679450">
              <a:lnSpc>
                <a:spcPct val="100000"/>
              </a:lnSpc>
              <a:spcBef>
                <a:spcPts val="90"/>
              </a:spcBef>
            </a:pP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END</a:t>
            </a:r>
            <a:r>
              <a:rPr sz="1550" spc="110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spc="-25" dirty="0">
                <a:solidFill>
                  <a:srgbClr val="18252A"/>
                </a:solidFill>
                <a:latin typeface="Consolas"/>
                <a:cs typeface="Consolas"/>
              </a:rPr>
              <a:t>IF</a:t>
            </a:r>
            <a:endParaRPr sz="15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550">
              <a:latin typeface="Consolas"/>
              <a:cs typeface="Consolas"/>
            </a:endParaRPr>
          </a:p>
          <a:p>
            <a:pPr marL="679450">
              <a:lnSpc>
                <a:spcPct val="100000"/>
              </a:lnSpc>
            </a:pP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Save</a:t>
            </a:r>
            <a:r>
              <a:rPr sz="1550" spc="110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updated</a:t>
            </a:r>
            <a:r>
              <a:rPr sz="1550" spc="19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spc="-10" dirty="0">
                <a:solidFill>
                  <a:srgbClr val="18252A"/>
                </a:solidFill>
                <a:latin typeface="Consolas"/>
                <a:cs typeface="Consolas"/>
              </a:rPr>
              <a:t>records</a:t>
            </a:r>
            <a:endParaRPr sz="155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28139" y="6528434"/>
            <a:ext cx="213487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UNTIL</a:t>
            </a:r>
            <a:r>
              <a:rPr sz="1550" spc="80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choice</a:t>
            </a:r>
            <a:r>
              <a:rPr sz="1550" spc="160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dirty="0">
                <a:solidFill>
                  <a:srgbClr val="18252A"/>
                </a:solidFill>
                <a:latin typeface="Consolas"/>
                <a:cs typeface="Consolas"/>
              </a:rPr>
              <a:t>=</a:t>
            </a:r>
            <a:r>
              <a:rPr sz="1550" spc="80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550" spc="-20" dirty="0">
                <a:solidFill>
                  <a:srgbClr val="18252A"/>
                </a:solidFill>
                <a:latin typeface="Consolas"/>
                <a:cs typeface="Consolas"/>
              </a:rPr>
              <a:t>Exit</a:t>
            </a:r>
            <a:endParaRPr sz="15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7.</a:t>
            </a:r>
            <a:r>
              <a:rPr spc="60" dirty="0"/>
              <a:t> </a:t>
            </a:r>
            <a:r>
              <a:rPr dirty="0"/>
              <a:t>Understanding</a:t>
            </a:r>
            <a:r>
              <a:rPr spc="90" dirty="0"/>
              <a:t> </a:t>
            </a:r>
            <a:r>
              <a:rPr dirty="0"/>
              <a:t>of</a:t>
            </a:r>
            <a:r>
              <a:rPr spc="60" dirty="0"/>
              <a:t> </a:t>
            </a:r>
            <a:r>
              <a:rPr dirty="0"/>
              <a:t>Python</a:t>
            </a:r>
            <a:r>
              <a:rPr spc="70" dirty="0"/>
              <a:t> </a:t>
            </a:r>
            <a:r>
              <a:rPr spc="-10" dirty="0"/>
              <a:t>Logic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19125" y="1142872"/>
            <a:ext cx="3605529" cy="2043430"/>
            <a:chOff x="619125" y="1142872"/>
            <a:chExt cx="3605529" cy="204343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9125" y="1142872"/>
              <a:ext cx="3605276" cy="20431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5800" y="1190624"/>
              <a:ext cx="3476625" cy="1914525"/>
            </a:xfrm>
            <a:custGeom>
              <a:avLst/>
              <a:gdLst/>
              <a:ahLst/>
              <a:cxnLst/>
              <a:rect l="l" t="t" r="r" b="b"/>
              <a:pathLst>
                <a:path w="3476625" h="1914525">
                  <a:moveTo>
                    <a:pt x="3157474" y="0"/>
                  </a:moveTo>
                  <a:lnTo>
                    <a:pt x="319087" y="0"/>
                  </a:lnTo>
                  <a:lnTo>
                    <a:pt x="271935" y="3460"/>
                  </a:lnTo>
                  <a:lnTo>
                    <a:pt x="226931" y="13511"/>
                  </a:lnTo>
                  <a:lnTo>
                    <a:pt x="184569" y="29660"/>
                  </a:lnTo>
                  <a:lnTo>
                    <a:pt x="145341" y="51413"/>
                  </a:lnTo>
                  <a:lnTo>
                    <a:pt x="109743" y="78277"/>
                  </a:lnTo>
                  <a:lnTo>
                    <a:pt x="78267" y="109758"/>
                  </a:lnTo>
                  <a:lnTo>
                    <a:pt x="51407" y="145363"/>
                  </a:lnTo>
                  <a:lnTo>
                    <a:pt x="29657" y="184599"/>
                  </a:lnTo>
                  <a:lnTo>
                    <a:pt x="13510" y="226970"/>
                  </a:lnTo>
                  <a:lnTo>
                    <a:pt x="3459" y="271986"/>
                  </a:lnTo>
                  <a:lnTo>
                    <a:pt x="0" y="319150"/>
                  </a:lnTo>
                  <a:lnTo>
                    <a:pt x="0" y="1595374"/>
                  </a:lnTo>
                  <a:lnTo>
                    <a:pt x="3459" y="1642538"/>
                  </a:lnTo>
                  <a:lnTo>
                    <a:pt x="13510" y="1687554"/>
                  </a:lnTo>
                  <a:lnTo>
                    <a:pt x="29657" y="1729925"/>
                  </a:lnTo>
                  <a:lnTo>
                    <a:pt x="51407" y="1769161"/>
                  </a:lnTo>
                  <a:lnTo>
                    <a:pt x="78267" y="1804766"/>
                  </a:lnTo>
                  <a:lnTo>
                    <a:pt x="109743" y="1836247"/>
                  </a:lnTo>
                  <a:lnTo>
                    <a:pt x="145341" y="1863111"/>
                  </a:lnTo>
                  <a:lnTo>
                    <a:pt x="184569" y="1884864"/>
                  </a:lnTo>
                  <a:lnTo>
                    <a:pt x="226931" y="1901013"/>
                  </a:lnTo>
                  <a:lnTo>
                    <a:pt x="271935" y="1911064"/>
                  </a:lnTo>
                  <a:lnTo>
                    <a:pt x="319087" y="1914525"/>
                  </a:lnTo>
                  <a:lnTo>
                    <a:pt x="3157474" y="1914525"/>
                  </a:lnTo>
                  <a:lnTo>
                    <a:pt x="3204638" y="1911064"/>
                  </a:lnTo>
                  <a:lnTo>
                    <a:pt x="3249654" y="1901013"/>
                  </a:lnTo>
                  <a:lnTo>
                    <a:pt x="3292025" y="1884864"/>
                  </a:lnTo>
                  <a:lnTo>
                    <a:pt x="3331261" y="1863111"/>
                  </a:lnTo>
                  <a:lnTo>
                    <a:pt x="3366866" y="1836247"/>
                  </a:lnTo>
                  <a:lnTo>
                    <a:pt x="3398347" y="1804766"/>
                  </a:lnTo>
                  <a:lnTo>
                    <a:pt x="3425211" y="1769161"/>
                  </a:lnTo>
                  <a:lnTo>
                    <a:pt x="3446964" y="1729925"/>
                  </a:lnTo>
                  <a:lnTo>
                    <a:pt x="3463113" y="1687554"/>
                  </a:lnTo>
                  <a:lnTo>
                    <a:pt x="3473164" y="1642538"/>
                  </a:lnTo>
                  <a:lnTo>
                    <a:pt x="3476625" y="1595374"/>
                  </a:lnTo>
                  <a:lnTo>
                    <a:pt x="3476625" y="319150"/>
                  </a:lnTo>
                  <a:lnTo>
                    <a:pt x="3473164" y="271986"/>
                  </a:lnTo>
                  <a:lnTo>
                    <a:pt x="3463113" y="226970"/>
                  </a:lnTo>
                  <a:lnTo>
                    <a:pt x="3446964" y="184599"/>
                  </a:lnTo>
                  <a:lnTo>
                    <a:pt x="3425211" y="145363"/>
                  </a:lnTo>
                  <a:lnTo>
                    <a:pt x="3398347" y="109758"/>
                  </a:lnTo>
                  <a:lnTo>
                    <a:pt x="3366866" y="78277"/>
                  </a:lnTo>
                  <a:lnTo>
                    <a:pt x="3331261" y="51413"/>
                  </a:lnTo>
                  <a:lnTo>
                    <a:pt x="3292025" y="29660"/>
                  </a:lnTo>
                  <a:lnTo>
                    <a:pt x="3249654" y="13511"/>
                  </a:lnTo>
                  <a:lnTo>
                    <a:pt x="3204638" y="3460"/>
                  </a:lnTo>
                  <a:lnTo>
                    <a:pt x="3157474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5800" y="1190624"/>
              <a:ext cx="3476625" cy="1914525"/>
            </a:xfrm>
            <a:custGeom>
              <a:avLst/>
              <a:gdLst/>
              <a:ahLst/>
              <a:cxnLst/>
              <a:rect l="l" t="t" r="r" b="b"/>
              <a:pathLst>
                <a:path w="3476625" h="1914525">
                  <a:moveTo>
                    <a:pt x="0" y="319150"/>
                  </a:moveTo>
                  <a:lnTo>
                    <a:pt x="3459" y="271986"/>
                  </a:lnTo>
                  <a:lnTo>
                    <a:pt x="13510" y="226970"/>
                  </a:lnTo>
                  <a:lnTo>
                    <a:pt x="29657" y="184599"/>
                  </a:lnTo>
                  <a:lnTo>
                    <a:pt x="51407" y="145363"/>
                  </a:lnTo>
                  <a:lnTo>
                    <a:pt x="78267" y="109758"/>
                  </a:lnTo>
                  <a:lnTo>
                    <a:pt x="109743" y="78277"/>
                  </a:lnTo>
                  <a:lnTo>
                    <a:pt x="145341" y="51413"/>
                  </a:lnTo>
                  <a:lnTo>
                    <a:pt x="184569" y="29660"/>
                  </a:lnTo>
                  <a:lnTo>
                    <a:pt x="226931" y="13511"/>
                  </a:lnTo>
                  <a:lnTo>
                    <a:pt x="271935" y="3460"/>
                  </a:lnTo>
                  <a:lnTo>
                    <a:pt x="319087" y="0"/>
                  </a:lnTo>
                  <a:lnTo>
                    <a:pt x="3157474" y="0"/>
                  </a:lnTo>
                  <a:lnTo>
                    <a:pt x="3204638" y="3460"/>
                  </a:lnTo>
                  <a:lnTo>
                    <a:pt x="3249654" y="13511"/>
                  </a:lnTo>
                  <a:lnTo>
                    <a:pt x="3292025" y="29660"/>
                  </a:lnTo>
                  <a:lnTo>
                    <a:pt x="3331261" y="51413"/>
                  </a:lnTo>
                  <a:lnTo>
                    <a:pt x="3366866" y="78277"/>
                  </a:lnTo>
                  <a:lnTo>
                    <a:pt x="3398347" y="109758"/>
                  </a:lnTo>
                  <a:lnTo>
                    <a:pt x="3425211" y="145363"/>
                  </a:lnTo>
                  <a:lnTo>
                    <a:pt x="3446964" y="184599"/>
                  </a:lnTo>
                  <a:lnTo>
                    <a:pt x="3463113" y="226970"/>
                  </a:lnTo>
                  <a:lnTo>
                    <a:pt x="3473164" y="271986"/>
                  </a:lnTo>
                  <a:lnTo>
                    <a:pt x="3476625" y="319150"/>
                  </a:lnTo>
                  <a:lnTo>
                    <a:pt x="3476625" y="1595374"/>
                  </a:lnTo>
                  <a:lnTo>
                    <a:pt x="3473164" y="1642538"/>
                  </a:lnTo>
                  <a:lnTo>
                    <a:pt x="3463113" y="1687554"/>
                  </a:lnTo>
                  <a:lnTo>
                    <a:pt x="3446964" y="1729925"/>
                  </a:lnTo>
                  <a:lnTo>
                    <a:pt x="3425211" y="1769161"/>
                  </a:lnTo>
                  <a:lnTo>
                    <a:pt x="3398347" y="1804766"/>
                  </a:lnTo>
                  <a:lnTo>
                    <a:pt x="3366866" y="1836247"/>
                  </a:lnTo>
                  <a:lnTo>
                    <a:pt x="3331261" y="1863111"/>
                  </a:lnTo>
                  <a:lnTo>
                    <a:pt x="3292025" y="1884864"/>
                  </a:lnTo>
                  <a:lnTo>
                    <a:pt x="3249654" y="1901013"/>
                  </a:lnTo>
                  <a:lnTo>
                    <a:pt x="3204638" y="1911064"/>
                  </a:lnTo>
                  <a:lnTo>
                    <a:pt x="3157474" y="1914525"/>
                  </a:lnTo>
                  <a:lnTo>
                    <a:pt x="319087" y="1914525"/>
                  </a:lnTo>
                  <a:lnTo>
                    <a:pt x="271935" y="1911064"/>
                  </a:lnTo>
                  <a:lnTo>
                    <a:pt x="226931" y="1901013"/>
                  </a:lnTo>
                  <a:lnTo>
                    <a:pt x="184569" y="1884864"/>
                  </a:lnTo>
                  <a:lnTo>
                    <a:pt x="145341" y="1863111"/>
                  </a:lnTo>
                  <a:lnTo>
                    <a:pt x="109743" y="1836247"/>
                  </a:lnTo>
                  <a:lnTo>
                    <a:pt x="78267" y="1804766"/>
                  </a:lnTo>
                  <a:lnTo>
                    <a:pt x="51407" y="1769161"/>
                  </a:lnTo>
                  <a:lnTo>
                    <a:pt x="29657" y="1729925"/>
                  </a:lnTo>
                  <a:lnTo>
                    <a:pt x="13510" y="1687554"/>
                  </a:lnTo>
                  <a:lnTo>
                    <a:pt x="3459" y="1642538"/>
                  </a:lnTo>
                  <a:lnTo>
                    <a:pt x="0" y="1595374"/>
                  </a:lnTo>
                  <a:lnTo>
                    <a:pt x="0" y="319150"/>
                  </a:lnTo>
                  <a:close/>
                </a:path>
              </a:pathLst>
            </a:custGeom>
            <a:ln w="19050">
              <a:solidFill>
                <a:srgbClr val="1F37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29957" y="1314132"/>
            <a:ext cx="2814320" cy="1339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F37BD"/>
                </a:solidFill>
                <a:latin typeface="Aptos Display"/>
                <a:cs typeface="Aptos Display"/>
              </a:rPr>
              <a:t>Variables</a:t>
            </a:r>
            <a:r>
              <a:rPr sz="1800" b="1" spc="-5" dirty="0">
                <a:solidFill>
                  <a:srgbClr val="1F37BD"/>
                </a:solidFill>
                <a:latin typeface="Aptos Display"/>
                <a:cs typeface="Aptos Display"/>
              </a:rPr>
              <a:t> </a:t>
            </a:r>
            <a:r>
              <a:rPr sz="1800" b="1" dirty="0">
                <a:solidFill>
                  <a:srgbClr val="1F37BD"/>
                </a:solidFill>
                <a:latin typeface="Aptos Display"/>
                <a:cs typeface="Aptos Display"/>
              </a:rPr>
              <a:t>&amp;</a:t>
            </a:r>
            <a:r>
              <a:rPr sz="1800" b="1" spc="-75" dirty="0">
                <a:solidFill>
                  <a:srgbClr val="1F37BD"/>
                </a:solidFill>
                <a:latin typeface="Aptos Display"/>
                <a:cs typeface="Aptos Display"/>
              </a:rPr>
              <a:t> </a:t>
            </a:r>
            <a:r>
              <a:rPr sz="1800" b="1" spc="-20" dirty="0">
                <a:solidFill>
                  <a:srgbClr val="1F37BD"/>
                </a:solidFill>
                <a:latin typeface="Aptos Display"/>
                <a:cs typeface="Aptos Display"/>
              </a:rPr>
              <a:t>Data</a:t>
            </a:r>
            <a:endParaRPr sz="1800">
              <a:latin typeface="Aptos Display"/>
              <a:cs typeface="Aptos Display"/>
            </a:endParaRPr>
          </a:p>
          <a:p>
            <a:pPr marL="12700" marR="5080">
              <a:lnSpc>
                <a:spcPct val="99800"/>
              </a:lnSpc>
              <a:spcBef>
                <a:spcPts val="1475"/>
              </a:spcBef>
            </a:pP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Store</a:t>
            </a:r>
            <a:r>
              <a:rPr sz="1400" spc="-6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fields</a:t>
            </a:r>
            <a:r>
              <a:rPr sz="1400" spc="-8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such</a:t>
            </a:r>
            <a:r>
              <a:rPr sz="1400" spc="-3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as</a:t>
            </a:r>
            <a:r>
              <a:rPr sz="1400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name,</a:t>
            </a:r>
            <a:r>
              <a:rPr sz="1400" spc="5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phone,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email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and</a:t>
            </a:r>
            <a:r>
              <a:rPr sz="1400" spc="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address.</a:t>
            </a:r>
            <a:r>
              <a:rPr sz="1400" spc="-4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</a:t>
            </a:r>
            <a:r>
              <a:rPr sz="1400" spc="-3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contact</a:t>
            </a: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can</a:t>
            </a:r>
            <a:r>
              <a:rPr sz="1400" spc="-5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be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represented</a:t>
            </a:r>
            <a:r>
              <a:rPr sz="1400" spc="-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using</a:t>
            </a:r>
            <a:r>
              <a:rPr sz="1400" spc="-7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</a:t>
            </a:r>
            <a:r>
              <a:rPr sz="1400" spc="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dictionary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or</a:t>
            </a:r>
            <a:r>
              <a:rPr sz="1400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50" dirty="0">
                <a:solidFill>
                  <a:srgbClr val="18252A"/>
                </a:solidFill>
                <a:latin typeface="Aptos"/>
                <a:cs typeface="Aptos"/>
              </a:rPr>
              <a:t>a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structured</a:t>
            </a:r>
            <a:r>
              <a:rPr sz="1400" spc="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record.</a:t>
            </a:r>
            <a:endParaRPr sz="1400">
              <a:latin typeface="Aptos"/>
              <a:cs typeface="Apto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305300" y="1142872"/>
            <a:ext cx="3605529" cy="2043430"/>
            <a:chOff x="4305300" y="1142872"/>
            <a:chExt cx="3605529" cy="204343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5300" y="1142872"/>
              <a:ext cx="3605276" cy="20431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371975" y="1190624"/>
              <a:ext cx="3476625" cy="1914525"/>
            </a:xfrm>
            <a:custGeom>
              <a:avLst/>
              <a:gdLst/>
              <a:ahLst/>
              <a:cxnLst/>
              <a:rect l="l" t="t" r="r" b="b"/>
              <a:pathLst>
                <a:path w="3476625" h="1914525">
                  <a:moveTo>
                    <a:pt x="3157474" y="0"/>
                  </a:moveTo>
                  <a:lnTo>
                    <a:pt x="319150" y="0"/>
                  </a:lnTo>
                  <a:lnTo>
                    <a:pt x="271986" y="3460"/>
                  </a:lnTo>
                  <a:lnTo>
                    <a:pt x="226970" y="13511"/>
                  </a:lnTo>
                  <a:lnTo>
                    <a:pt x="184599" y="29660"/>
                  </a:lnTo>
                  <a:lnTo>
                    <a:pt x="145363" y="51413"/>
                  </a:lnTo>
                  <a:lnTo>
                    <a:pt x="109758" y="78277"/>
                  </a:lnTo>
                  <a:lnTo>
                    <a:pt x="78277" y="109758"/>
                  </a:lnTo>
                  <a:lnTo>
                    <a:pt x="51413" y="145363"/>
                  </a:lnTo>
                  <a:lnTo>
                    <a:pt x="29660" y="184599"/>
                  </a:lnTo>
                  <a:lnTo>
                    <a:pt x="13511" y="226970"/>
                  </a:lnTo>
                  <a:lnTo>
                    <a:pt x="3460" y="271986"/>
                  </a:lnTo>
                  <a:lnTo>
                    <a:pt x="0" y="319150"/>
                  </a:lnTo>
                  <a:lnTo>
                    <a:pt x="0" y="1595374"/>
                  </a:lnTo>
                  <a:lnTo>
                    <a:pt x="3460" y="1642538"/>
                  </a:lnTo>
                  <a:lnTo>
                    <a:pt x="13511" y="1687554"/>
                  </a:lnTo>
                  <a:lnTo>
                    <a:pt x="29660" y="1729925"/>
                  </a:lnTo>
                  <a:lnTo>
                    <a:pt x="51413" y="1769161"/>
                  </a:lnTo>
                  <a:lnTo>
                    <a:pt x="78277" y="1804766"/>
                  </a:lnTo>
                  <a:lnTo>
                    <a:pt x="109758" y="1836247"/>
                  </a:lnTo>
                  <a:lnTo>
                    <a:pt x="145363" y="1863111"/>
                  </a:lnTo>
                  <a:lnTo>
                    <a:pt x="184599" y="1884864"/>
                  </a:lnTo>
                  <a:lnTo>
                    <a:pt x="226970" y="1901013"/>
                  </a:lnTo>
                  <a:lnTo>
                    <a:pt x="271986" y="1911064"/>
                  </a:lnTo>
                  <a:lnTo>
                    <a:pt x="319150" y="1914525"/>
                  </a:lnTo>
                  <a:lnTo>
                    <a:pt x="3157474" y="1914525"/>
                  </a:lnTo>
                  <a:lnTo>
                    <a:pt x="3204638" y="1911064"/>
                  </a:lnTo>
                  <a:lnTo>
                    <a:pt x="3249654" y="1901013"/>
                  </a:lnTo>
                  <a:lnTo>
                    <a:pt x="3292025" y="1884864"/>
                  </a:lnTo>
                  <a:lnTo>
                    <a:pt x="3331261" y="1863111"/>
                  </a:lnTo>
                  <a:lnTo>
                    <a:pt x="3366866" y="1836247"/>
                  </a:lnTo>
                  <a:lnTo>
                    <a:pt x="3398347" y="1804766"/>
                  </a:lnTo>
                  <a:lnTo>
                    <a:pt x="3425211" y="1769161"/>
                  </a:lnTo>
                  <a:lnTo>
                    <a:pt x="3446964" y="1729925"/>
                  </a:lnTo>
                  <a:lnTo>
                    <a:pt x="3463113" y="1687554"/>
                  </a:lnTo>
                  <a:lnTo>
                    <a:pt x="3473164" y="1642538"/>
                  </a:lnTo>
                  <a:lnTo>
                    <a:pt x="3476625" y="1595374"/>
                  </a:lnTo>
                  <a:lnTo>
                    <a:pt x="3476625" y="319150"/>
                  </a:lnTo>
                  <a:lnTo>
                    <a:pt x="3473164" y="271986"/>
                  </a:lnTo>
                  <a:lnTo>
                    <a:pt x="3463113" y="226970"/>
                  </a:lnTo>
                  <a:lnTo>
                    <a:pt x="3446964" y="184599"/>
                  </a:lnTo>
                  <a:lnTo>
                    <a:pt x="3425211" y="145363"/>
                  </a:lnTo>
                  <a:lnTo>
                    <a:pt x="3398347" y="109758"/>
                  </a:lnTo>
                  <a:lnTo>
                    <a:pt x="3366866" y="78277"/>
                  </a:lnTo>
                  <a:lnTo>
                    <a:pt x="3331261" y="51413"/>
                  </a:lnTo>
                  <a:lnTo>
                    <a:pt x="3292025" y="29660"/>
                  </a:lnTo>
                  <a:lnTo>
                    <a:pt x="3249654" y="13511"/>
                  </a:lnTo>
                  <a:lnTo>
                    <a:pt x="3204638" y="3460"/>
                  </a:lnTo>
                  <a:lnTo>
                    <a:pt x="3157474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71975" y="1190624"/>
              <a:ext cx="3476625" cy="1914525"/>
            </a:xfrm>
            <a:custGeom>
              <a:avLst/>
              <a:gdLst/>
              <a:ahLst/>
              <a:cxnLst/>
              <a:rect l="l" t="t" r="r" b="b"/>
              <a:pathLst>
                <a:path w="3476625" h="1914525">
                  <a:moveTo>
                    <a:pt x="0" y="319150"/>
                  </a:moveTo>
                  <a:lnTo>
                    <a:pt x="3460" y="271986"/>
                  </a:lnTo>
                  <a:lnTo>
                    <a:pt x="13511" y="226970"/>
                  </a:lnTo>
                  <a:lnTo>
                    <a:pt x="29660" y="184599"/>
                  </a:lnTo>
                  <a:lnTo>
                    <a:pt x="51413" y="145363"/>
                  </a:lnTo>
                  <a:lnTo>
                    <a:pt x="78277" y="109758"/>
                  </a:lnTo>
                  <a:lnTo>
                    <a:pt x="109758" y="78277"/>
                  </a:lnTo>
                  <a:lnTo>
                    <a:pt x="145363" y="51413"/>
                  </a:lnTo>
                  <a:lnTo>
                    <a:pt x="184599" y="29660"/>
                  </a:lnTo>
                  <a:lnTo>
                    <a:pt x="226970" y="13511"/>
                  </a:lnTo>
                  <a:lnTo>
                    <a:pt x="271986" y="3460"/>
                  </a:lnTo>
                  <a:lnTo>
                    <a:pt x="319150" y="0"/>
                  </a:lnTo>
                  <a:lnTo>
                    <a:pt x="3157474" y="0"/>
                  </a:lnTo>
                  <a:lnTo>
                    <a:pt x="3204638" y="3460"/>
                  </a:lnTo>
                  <a:lnTo>
                    <a:pt x="3249654" y="13511"/>
                  </a:lnTo>
                  <a:lnTo>
                    <a:pt x="3292025" y="29660"/>
                  </a:lnTo>
                  <a:lnTo>
                    <a:pt x="3331261" y="51413"/>
                  </a:lnTo>
                  <a:lnTo>
                    <a:pt x="3366866" y="78277"/>
                  </a:lnTo>
                  <a:lnTo>
                    <a:pt x="3398347" y="109758"/>
                  </a:lnTo>
                  <a:lnTo>
                    <a:pt x="3425211" y="145363"/>
                  </a:lnTo>
                  <a:lnTo>
                    <a:pt x="3446964" y="184599"/>
                  </a:lnTo>
                  <a:lnTo>
                    <a:pt x="3463113" y="226970"/>
                  </a:lnTo>
                  <a:lnTo>
                    <a:pt x="3473164" y="271986"/>
                  </a:lnTo>
                  <a:lnTo>
                    <a:pt x="3476625" y="319150"/>
                  </a:lnTo>
                  <a:lnTo>
                    <a:pt x="3476625" y="1595374"/>
                  </a:lnTo>
                  <a:lnTo>
                    <a:pt x="3473164" y="1642538"/>
                  </a:lnTo>
                  <a:lnTo>
                    <a:pt x="3463113" y="1687554"/>
                  </a:lnTo>
                  <a:lnTo>
                    <a:pt x="3446964" y="1729925"/>
                  </a:lnTo>
                  <a:lnTo>
                    <a:pt x="3425211" y="1769161"/>
                  </a:lnTo>
                  <a:lnTo>
                    <a:pt x="3398347" y="1804766"/>
                  </a:lnTo>
                  <a:lnTo>
                    <a:pt x="3366866" y="1836247"/>
                  </a:lnTo>
                  <a:lnTo>
                    <a:pt x="3331261" y="1863111"/>
                  </a:lnTo>
                  <a:lnTo>
                    <a:pt x="3292025" y="1884864"/>
                  </a:lnTo>
                  <a:lnTo>
                    <a:pt x="3249654" y="1901013"/>
                  </a:lnTo>
                  <a:lnTo>
                    <a:pt x="3204638" y="1911064"/>
                  </a:lnTo>
                  <a:lnTo>
                    <a:pt x="3157474" y="1914525"/>
                  </a:lnTo>
                  <a:lnTo>
                    <a:pt x="319150" y="1914525"/>
                  </a:lnTo>
                  <a:lnTo>
                    <a:pt x="271986" y="1911064"/>
                  </a:lnTo>
                  <a:lnTo>
                    <a:pt x="226970" y="1901013"/>
                  </a:lnTo>
                  <a:lnTo>
                    <a:pt x="184599" y="1884864"/>
                  </a:lnTo>
                  <a:lnTo>
                    <a:pt x="145363" y="1863111"/>
                  </a:lnTo>
                  <a:lnTo>
                    <a:pt x="109758" y="1836247"/>
                  </a:lnTo>
                  <a:lnTo>
                    <a:pt x="78277" y="1804766"/>
                  </a:lnTo>
                  <a:lnTo>
                    <a:pt x="51413" y="1769161"/>
                  </a:lnTo>
                  <a:lnTo>
                    <a:pt x="29660" y="1729925"/>
                  </a:lnTo>
                  <a:lnTo>
                    <a:pt x="13511" y="1687554"/>
                  </a:lnTo>
                  <a:lnTo>
                    <a:pt x="3460" y="1642538"/>
                  </a:lnTo>
                  <a:lnTo>
                    <a:pt x="0" y="1595374"/>
                  </a:lnTo>
                  <a:lnTo>
                    <a:pt x="0" y="319150"/>
                  </a:lnTo>
                  <a:close/>
                </a:path>
              </a:pathLst>
            </a:custGeom>
            <a:ln w="19050">
              <a:solidFill>
                <a:srgbClr val="85AA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617720" y="1314132"/>
            <a:ext cx="2676525" cy="155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F37BD"/>
                </a:solidFill>
                <a:latin typeface="Aptos Display"/>
                <a:cs typeface="Aptos Display"/>
              </a:rPr>
              <a:t>Functions</a:t>
            </a:r>
            <a:endParaRPr sz="1800">
              <a:latin typeface="Aptos Display"/>
              <a:cs typeface="Aptos Display"/>
            </a:endParaRPr>
          </a:p>
          <a:p>
            <a:pPr marL="12700" marR="5080">
              <a:lnSpc>
                <a:spcPct val="100600"/>
              </a:lnSpc>
              <a:spcBef>
                <a:spcPts val="1460"/>
              </a:spcBef>
            </a:pP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Separate operations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into</a:t>
            </a:r>
            <a:r>
              <a:rPr sz="1400" spc="-4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functions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such</a:t>
            </a:r>
            <a:r>
              <a:rPr sz="1400" spc="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as</a:t>
            </a:r>
            <a:r>
              <a:rPr sz="1400" spc="-8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add_contact(), view_contacts(),</a:t>
            </a:r>
            <a:r>
              <a:rPr sz="1400" spc="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search_contact(), update_contact()</a:t>
            </a:r>
            <a:r>
              <a:rPr sz="1400" spc="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and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delete_contact().</a:t>
            </a:r>
            <a:endParaRPr sz="1400">
              <a:latin typeface="Aptos"/>
              <a:cs typeface="Apto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981950" y="1142872"/>
            <a:ext cx="3605529" cy="2043430"/>
            <a:chOff x="7981950" y="1142872"/>
            <a:chExt cx="3605529" cy="204343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81950" y="1142872"/>
              <a:ext cx="3605276" cy="204317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048625" y="1190624"/>
              <a:ext cx="3476625" cy="1914525"/>
            </a:xfrm>
            <a:custGeom>
              <a:avLst/>
              <a:gdLst/>
              <a:ahLst/>
              <a:cxnLst/>
              <a:rect l="l" t="t" r="r" b="b"/>
              <a:pathLst>
                <a:path w="3476625" h="1914525">
                  <a:moveTo>
                    <a:pt x="3157474" y="0"/>
                  </a:moveTo>
                  <a:lnTo>
                    <a:pt x="319150" y="0"/>
                  </a:lnTo>
                  <a:lnTo>
                    <a:pt x="271986" y="3460"/>
                  </a:lnTo>
                  <a:lnTo>
                    <a:pt x="226970" y="13511"/>
                  </a:lnTo>
                  <a:lnTo>
                    <a:pt x="184599" y="29660"/>
                  </a:lnTo>
                  <a:lnTo>
                    <a:pt x="145363" y="51413"/>
                  </a:lnTo>
                  <a:lnTo>
                    <a:pt x="109758" y="78277"/>
                  </a:lnTo>
                  <a:lnTo>
                    <a:pt x="78277" y="109758"/>
                  </a:lnTo>
                  <a:lnTo>
                    <a:pt x="51413" y="145363"/>
                  </a:lnTo>
                  <a:lnTo>
                    <a:pt x="29660" y="184599"/>
                  </a:lnTo>
                  <a:lnTo>
                    <a:pt x="13511" y="226970"/>
                  </a:lnTo>
                  <a:lnTo>
                    <a:pt x="3460" y="271986"/>
                  </a:lnTo>
                  <a:lnTo>
                    <a:pt x="0" y="319150"/>
                  </a:lnTo>
                  <a:lnTo>
                    <a:pt x="0" y="1595374"/>
                  </a:lnTo>
                  <a:lnTo>
                    <a:pt x="3460" y="1642538"/>
                  </a:lnTo>
                  <a:lnTo>
                    <a:pt x="13511" y="1687554"/>
                  </a:lnTo>
                  <a:lnTo>
                    <a:pt x="29660" y="1729925"/>
                  </a:lnTo>
                  <a:lnTo>
                    <a:pt x="51413" y="1769161"/>
                  </a:lnTo>
                  <a:lnTo>
                    <a:pt x="78277" y="1804766"/>
                  </a:lnTo>
                  <a:lnTo>
                    <a:pt x="109758" y="1836247"/>
                  </a:lnTo>
                  <a:lnTo>
                    <a:pt x="145363" y="1863111"/>
                  </a:lnTo>
                  <a:lnTo>
                    <a:pt x="184599" y="1884864"/>
                  </a:lnTo>
                  <a:lnTo>
                    <a:pt x="226970" y="1901013"/>
                  </a:lnTo>
                  <a:lnTo>
                    <a:pt x="271986" y="1911064"/>
                  </a:lnTo>
                  <a:lnTo>
                    <a:pt x="319150" y="1914525"/>
                  </a:lnTo>
                  <a:lnTo>
                    <a:pt x="3157474" y="1914525"/>
                  </a:lnTo>
                  <a:lnTo>
                    <a:pt x="3204638" y="1911064"/>
                  </a:lnTo>
                  <a:lnTo>
                    <a:pt x="3249654" y="1901013"/>
                  </a:lnTo>
                  <a:lnTo>
                    <a:pt x="3292025" y="1884864"/>
                  </a:lnTo>
                  <a:lnTo>
                    <a:pt x="3331261" y="1863111"/>
                  </a:lnTo>
                  <a:lnTo>
                    <a:pt x="3366866" y="1836247"/>
                  </a:lnTo>
                  <a:lnTo>
                    <a:pt x="3398347" y="1804766"/>
                  </a:lnTo>
                  <a:lnTo>
                    <a:pt x="3425211" y="1769161"/>
                  </a:lnTo>
                  <a:lnTo>
                    <a:pt x="3446964" y="1729925"/>
                  </a:lnTo>
                  <a:lnTo>
                    <a:pt x="3463113" y="1687554"/>
                  </a:lnTo>
                  <a:lnTo>
                    <a:pt x="3473164" y="1642538"/>
                  </a:lnTo>
                  <a:lnTo>
                    <a:pt x="3476625" y="1595374"/>
                  </a:lnTo>
                  <a:lnTo>
                    <a:pt x="3476625" y="319150"/>
                  </a:lnTo>
                  <a:lnTo>
                    <a:pt x="3473164" y="271986"/>
                  </a:lnTo>
                  <a:lnTo>
                    <a:pt x="3463113" y="226970"/>
                  </a:lnTo>
                  <a:lnTo>
                    <a:pt x="3446964" y="184599"/>
                  </a:lnTo>
                  <a:lnTo>
                    <a:pt x="3425211" y="145363"/>
                  </a:lnTo>
                  <a:lnTo>
                    <a:pt x="3398347" y="109758"/>
                  </a:lnTo>
                  <a:lnTo>
                    <a:pt x="3366866" y="78277"/>
                  </a:lnTo>
                  <a:lnTo>
                    <a:pt x="3331261" y="51413"/>
                  </a:lnTo>
                  <a:lnTo>
                    <a:pt x="3292025" y="29660"/>
                  </a:lnTo>
                  <a:lnTo>
                    <a:pt x="3249654" y="13511"/>
                  </a:lnTo>
                  <a:lnTo>
                    <a:pt x="3204638" y="3460"/>
                  </a:lnTo>
                  <a:lnTo>
                    <a:pt x="3157474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048625" y="1190624"/>
              <a:ext cx="3476625" cy="1914525"/>
            </a:xfrm>
            <a:custGeom>
              <a:avLst/>
              <a:gdLst/>
              <a:ahLst/>
              <a:cxnLst/>
              <a:rect l="l" t="t" r="r" b="b"/>
              <a:pathLst>
                <a:path w="3476625" h="1914525">
                  <a:moveTo>
                    <a:pt x="0" y="319150"/>
                  </a:moveTo>
                  <a:lnTo>
                    <a:pt x="3460" y="271986"/>
                  </a:lnTo>
                  <a:lnTo>
                    <a:pt x="13511" y="226970"/>
                  </a:lnTo>
                  <a:lnTo>
                    <a:pt x="29660" y="184599"/>
                  </a:lnTo>
                  <a:lnTo>
                    <a:pt x="51413" y="145363"/>
                  </a:lnTo>
                  <a:lnTo>
                    <a:pt x="78277" y="109758"/>
                  </a:lnTo>
                  <a:lnTo>
                    <a:pt x="109758" y="78277"/>
                  </a:lnTo>
                  <a:lnTo>
                    <a:pt x="145363" y="51413"/>
                  </a:lnTo>
                  <a:lnTo>
                    <a:pt x="184599" y="29660"/>
                  </a:lnTo>
                  <a:lnTo>
                    <a:pt x="226970" y="13511"/>
                  </a:lnTo>
                  <a:lnTo>
                    <a:pt x="271986" y="3460"/>
                  </a:lnTo>
                  <a:lnTo>
                    <a:pt x="319150" y="0"/>
                  </a:lnTo>
                  <a:lnTo>
                    <a:pt x="3157474" y="0"/>
                  </a:lnTo>
                  <a:lnTo>
                    <a:pt x="3204638" y="3460"/>
                  </a:lnTo>
                  <a:lnTo>
                    <a:pt x="3249654" y="13511"/>
                  </a:lnTo>
                  <a:lnTo>
                    <a:pt x="3292025" y="29660"/>
                  </a:lnTo>
                  <a:lnTo>
                    <a:pt x="3331261" y="51413"/>
                  </a:lnTo>
                  <a:lnTo>
                    <a:pt x="3366866" y="78277"/>
                  </a:lnTo>
                  <a:lnTo>
                    <a:pt x="3398347" y="109758"/>
                  </a:lnTo>
                  <a:lnTo>
                    <a:pt x="3425211" y="145363"/>
                  </a:lnTo>
                  <a:lnTo>
                    <a:pt x="3446964" y="184599"/>
                  </a:lnTo>
                  <a:lnTo>
                    <a:pt x="3463113" y="226970"/>
                  </a:lnTo>
                  <a:lnTo>
                    <a:pt x="3473164" y="271986"/>
                  </a:lnTo>
                  <a:lnTo>
                    <a:pt x="3476625" y="319150"/>
                  </a:lnTo>
                  <a:lnTo>
                    <a:pt x="3476625" y="1595374"/>
                  </a:lnTo>
                  <a:lnTo>
                    <a:pt x="3473164" y="1642538"/>
                  </a:lnTo>
                  <a:lnTo>
                    <a:pt x="3463113" y="1687554"/>
                  </a:lnTo>
                  <a:lnTo>
                    <a:pt x="3446964" y="1729925"/>
                  </a:lnTo>
                  <a:lnTo>
                    <a:pt x="3425211" y="1769161"/>
                  </a:lnTo>
                  <a:lnTo>
                    <a:pt x="3398347" y="1804766"/>
                  </a:lnTo>
                  <a:lnTo>
                    <a:pt x="3366866" y="1836247"/>
                  </a:lnTo>
                  <a:lnTo>
                    <a:pt x="3331261" y="1863111"/>
                  </a:lnTo>
                  <a:lnTo>
                    <a:pt x="3292025" y="1884864"/>
                  </a:lnTo>
                  <a:lnTo>
                    <a:pt x="3249654" y="1901013"/>
                  </a:lnTo>
                  <a:lnTo>
                    <a:pt x="3204638" y="1911064"/>
                  </a:lnTo>
                  <a:lnTo>
                    <a:pt x="3157474" y="1914525"/>
                  </a:lnTo>
                  <a:lnTo>
                    <a:pt x="319150" y="1914525"/>
                  </a:lnTo>
                  <a:lnTo>
                    <a:pt x="271986" y="1911064"/>
                  </a:lnTo>
                  <a:lnTo>
                    <a:pt x="226970" y="1901013"/>
                  </a:lnTo>
                  <a:lnTo>
                    <a:pt x="184599" y="1884864"/>
                  </a:lnTo>
                  <a:lnTo>
                    <a:pt x="145363" y="1863111"/>
                  </a:lnTo>
                  <a:lnTo>
                    <a:pt x="109758" y="1836247"/>
                  </a:lnTo>
                  <a:lnTo>
                    <a:pt x="78277" y="1804766"/>
                  </a:lnTo>
                  <a:lnTo>
                    <a:pt x="51413" y="1769161"/>
                  </a:lnTo>
                  <a:lnTo>
                    <a:pt x="29660" y="1729925"/>
                  </a:lnTo>
                  <a:lnTo>
                    <a:pt x="13511" y="1687554"/>
                  </a:lnTo>
                  <a:lnTo>
                    <a:pt x="3460" y="1642538"/>
                  </a:lnTo>
                  <a:lnTo>
                    <a:pt x="0" y="1595374"/>
                  </a:lnTo>
                  <a:lnTo>
                    <a:pt x="0" y="319150"/>
                  </a:lnTo>
                  <a:close/>
                </a:path>
              </a:pathLst>
            </a:custGeom>
            <a:ln w="19050">
              <a:solidFill>
                <a:srgbClr val="1F37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296529" y="1314132"/>
            <a:ext cx="2938780" cy="113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F37BD"/>
                </a:solidFill>
                <a:latin typeface="Aptos Display"/>
                <a:cs typeface="Aptos Display"/>
              </a:rPr>
              <a:t>Conditions</a:t>
            </a:r>
            <a:r>
              <a:rPr sz="1800" b="1" spc="-20" dirty="0">
                <a:solidFill>
                  <a:srgbClr val="1F37BD"/>
                </a:solidFill>
                <a:latin typeface="Aptos Display"/>
                <a:cs typeface="Aptos Display"/>
              </a:rPr>
              <a:t> </a:t>
            </a:r>
            <a:r>
              <a:rPr sz="1800" b="1" dirty="0">
                <a:solidFill>
                  <a:srgbClr val="1F37BD"/>
                </a:solidFill>
                <a:latin typeface="Aptos Display"/>
                <a:cs typeface="Aptos Display"/>
              </a:rPr>
              <a:t>&amp;</a:t>
            </a:r>
            <a:r>
              <a:rPr sz="1800" b="1" spc="50" dirty="0">
                <a:solidFill>
                  <a:srgbClr val="1F37BD"/>
                </a:solidFill>
                <a:latin typeface="Aptos Display"/>
                <a:cs typeface="Aptos Display"/>
              </a:rPr>
              <a:t> </a:t>
            </a:r>
            <a:r>
              <a:rPr sz="1800" b="1" spc="-20" dirty="0">
                <a:solidFill>
                  <a:srgbClr val="1F37BD"/>
                </a:solidFill>
                <a:latin typeface="Aptos Display"/>
                <a:cs typeface="Aptos Display"/>
              </a:rPr>
              <a:t>Loops</a:t>
            </a:r>
            <a:endParaRPr sz="1800">
              <a:latin typeface="Aptos Display"/>
              <a:cs typeface="Aptos Display"/>
            </a:endParaRPr>
          </a:p>
          <a:p>
            <a:pPr marL="12700" marR="5080">
              <a:lnSpc>
                <a:spcPct val="100600"/>
              </a:lnSpc>
              <a:spcBef>
                <a:spcPts val="1460"/>
              </a:spcBef>
            </a:pP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if/elif</a:t>
            </a:r>
            <a:r>
              <a:rPr sz="1400" spc="-6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handles</a:t>
            </a:r>
            <a:r>
              <a:rPr sz="1400" spc="-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menu</a:t>
            </a:r>
            <a:r>
              <a:rPr sz="1400" spc="-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choices,</a:t>
            </a:r>
            <a:r>
              <a:rPr sz="1400" spc="-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while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loops</a:t>
            </a:r>
            <a:r>
              <a:rPr sz="1400" spc="-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keep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the</a:t>
            </a:r>
            <a:r>
              <a:rPr sz="1400" spc="-3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menu</a:t>
            </a:r>
            <a:r>
              <a:rPr sz="1400" spc="-7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running</a:t>
            </a:r>
            <a:r>
              <a:rPr sz="1400" spc="-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until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Exit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is</a:t>
            </a:r>
            <a:r>
              <a:rPr sz="1400" spc="-4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selected.</a:t>
            </a:r>
            <a:endParaRPr sz="1400">
              <a:latin typeface="Aptos"/>
              <a:cs typeface="Apto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9125" y="3429000"/>
            <a:ext cx="5481955" cy="2138680"/>
            <a:chOff x="619125" y="3429000"/>
            <a:chExt cx="5481955" cy="2138680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125" y="3429000"/>
              <a:ext cx="5481701" cy="213842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85800" y="3476625"/>
              <a:ext cx="5353050" cy="2009775"/>
            </a:xfrm>
            <a:custGeom>
              <a:avLst/>
              <a:gdLst/>
              <a:ahLst/>
              <a:cxnLst/>
              <a:rect l="l" t="t" r="r" b="b"/>
              <a:pathLst>
                <a:path w="5353050" h="2009775">
                  <a:moveTo>
                    <a:pt x="5018024" y="0"/>
                  </a:moveTo>
                  <a:lnTo>
                    <a:pt x="334975" y="0"/>
                  </a:lnTo>
                  <a:lnTo>
                    <a:pt x="285475" y="3632"/>
                  </a:lnTo>
                  <a:lnTo>
                    <a:pt x="238230" y="14183"/>
                  </a:lnTo>
                  <a:lnTo>
                    <a:pt x="193758" y="31136"/>
                  </a:lnTo>
                  <a:lnTo>
                    <a:pt x="152578" y="53972"/>
                  </a:lnTo>
                  <a:lnTo>
                    <a:pt x="115207" y="82173"/>
                  </a:lnTo>
                  <a:lnTo>
                    <a:pt x="82164" y="115220"/>
                  </a:lnTo>
                  <a:lnTo>
                    <a:pt x="53966" y="152596"/>
                  </a:lnTo>
                  <a:lnTo>
                    <a:pt x="31133" y="193783"/>
                  </a:lnTo>
                  <a:lnTo>
                    <a:pt x="14182" y="238262"/>
                  </a:lnTo>
                  <a:lnTo>
                    <a:pt x="3632" y="285516"/>
                  </a:lnTo>
                  <a:lnTo>
                    <a:pt x="0" y="335025"/>
                  </a:lnTo>
                  <a:lnTo>
                    <a:pt x="0" y="1674749"/>
                  </a:lnTo>
                  <a:lnTo>
                    <a:pt x="3632" y="1724258"/>
                  </a:lnTo>
                  <a:lnTo>
                    <a:pt x="14182" y="1771512"/>
                  </a:lnTo>
                  <a:lnTo>
                    <a:pt x="31133" y="1815991"/>
                  </a:lnTo>
                  <a:lnTo>
                    <a:pt x="53966" y="1857178"/>
                  </a:lnTo>
                  <a:lnTo>
                    <a:pt x="82164" y="1894554"/>
                  </a:lnTo>
                  <a:lnTo>
                    <a:pt x="115207" y="1927601"/>
                  </a:lnTo>
                  <a:lnTo>
                    <a:pt x="152578" y="1955802"/>
                  </a:lnTo>
                  <a:lnTo>
                    <a:pt x="193758" y="1978638"/>
                  </a:lnTo>
                  <a:lnTo>
                    <a:pt x="238230" y="1995591"/>
                  </a:lnTo>
                  <a:lnTo>
                    <a:pt x="285475" y="2006142"/>
                  </a:lnTo>
                  <a:lnTo>
                    <a:pt x="334975" y="2009775"/>
                  </a:lnTo>
                  <a:lnTo>
                    <a:pt x="5018024" y="2009775"/>
                  </a:lnTo>
                  <a:lnTo>
                    <a:pt x="5067533" y="2006142"/>
                  </a:lnTo>
                  <a:lnTo>
                    <a:pt x="5114787" y="1995591"/>
                  </a:lnTo>
                  <a:lnTo>
                    <a:pt x="5159266" y="1978638"/>
                  </a:lnTo>
                  <a:lnTo>
                    <a:pt x="5200453" y="1955802"/>
                  </a:lnTo>
                  <a:lnTo>
                    <a:pt x="5237829" y="1927601"/>
                  </a:lnTo>
                  <a:lnTo>
                    <a:pt x="5270876" y="1894554"/>
                  </a:lnTo>
                  <a:lnTo>
                    <a:pt x="5299077" y="1857178"/>
                  </a:lnTo>
                  <a:lnTo>
                    <a:pt x="5321913" y="1815991"/>
                  </a:lnTo>
                  <a:lnTo>
                    <a:pt x="5338866" y="1771512"/>
                  </a:lnTo>
                  <a:lnTo>
                    <a:pt x="5349417" y="1724258"/>
                  </a:lnTo>
                  <a:lnTo>
                    <a:pt x="5353050" y="1674749"/>
                  </a:lnTo>
                  <a:lnTo>
                    <a:pt x="5353050" y="335025"/>
                  </a:lnTo>
                  <a:lnTo>
                    <a:pt x="5349417" y="285516"/>
                  </a:lnTo>
                  <a:lnTo>
                    <a:pt x="5338866" y="238262"/>
                  </a:lnTo>
                  <a:lnTo>
                    <a:pt x="5321913" y="193783"/>
                  </a:lnTo>
                  <a:lnTo>
                    <a:pt x="5299077" y="152596"/>
                  </a:lnTo>
                  <a:lnTo>
                    <a:pt x="5270876" y="115220"/>
                  </a:lnTo>
                  <a:lnTo>
                    <a:pt x="5237829" y="82173"/>
                  </a:lnTo>
                  <a:lnTo>
                    <a:pt x="5200453" y="53972"/>
                  </a:lnTo>
                  <a:lnTo>
                    <a:pt x="5159266" y="31136"/>
                  </a:lnTo>
                  <a:lnTo>
                    <a:pt x="5114787" y="14183"/>
                  </a:lnTo>
                  <a:lnTo>
                    <a:pt x="5067533" y="3632"/>
                  </a:lnTo>
                  <a:lnTo>
                    <a:pt x="5018024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85800" y="3476625"/>
              <a:ext cx="5353050" cy="2009775"/>
            </a:xfrm>
            <a:custGeom>
              <a:avLst/>
              <a:gdLst/>
              <a:ahLst/>
              <a:cxnLst/>
              <a:rect l="l" t="t" r="r" b="b"/>
              <a:pathLst>
                <a:path w="5353050" h="2009775">
                  <a:moveTo>
                    <a:pt x="0" y="335025"/>
                  </a:moveTo>
                  <a:lnTo>
                    <a:pt x="3632" y="285516"/>
                  </a:lnTo>
                  <a:lnTo>
                    <a:pt x="14182" y="238262"/>
                  </a:lnTo>
                  <a:lnTo>
                    <a:pt x="31133" y="193783"/>
                  </a:lnTo>
                  <a:lnTo>
                    <a:pt x="53966" y="152596"/>
                  </a:lnTo>
                  <a:lnTo>
                    <a:pt x="82164" y="115220"/>
                  </a:lnTo>
                  <a:lnTo>
                    <a:pt x="115207" y="82173"/>
                  </a:lnTo>
                  <a:lnTo>
                    <a:pt x="152578" y="53972"/>
                  </a:lnTo>
                  <a:lnTo>
                    <a:pt x="193758" y="31136"/>
                  </a:lnTo>
                  <a:lnTo>
                    <a:pt x="238230" y="14183"/>
                  </a:lnTo>
                  <a:lnTo>
                    <a:pt x="285475" y="3632"/>
                  </a:lnTo>
                  <a:lnTo>
                    <a:pt x="334975" y="0"/>
                  </a:lnTo>
                  <a:lnTo>
                    <a:pt x="5018024" y="0"/>
                  </a:lnTo>
                  <a:lnTo>
                    <a:pt x="5067533" y="3632"/>
                  </a:lnTo>
                  <a:lnTo>
                    <a:pt x="5114787" y="14183"/>
                  </a:lnTo>
                  <a:lnTo>
                    <a:pt x="5159266" y="31136"/>
                  </a:lnTo>
                  <a:lnTo>
                    <a:pt x="5200453" y="53972"/>
                  </a:lnTo>
                  <a:lnTo>
                    <a:pt x="5237829" y="82173"/>
                  </a:lnTo>
                  <a:lnTo>
                    <a:pt x="5270876" y="115220"/>
                  </a:lnTo>
                  <a:lnTo>
                    <a:pt x="5299077" y="152596"/>
                  </a:lnTo>
                  <a:lnTo>
                    <a:pt x="5321913" y="193783"/>
                  </a:lnTo>
                  <a:lnTo>
                    <a:pt x="5338866" y="238262"/>
                  </a:lnTo>
                  <a:lnTo>
                    <a:pt x="5349417" y="285516"/>
                  </a:lnTo>
                  <a:lnTo>
                    <a:pt x="5353050" y="335025"/>
                  </a:lnTo>
                  <a:lnTo>
                    <a:pt x="5353050" y="1674749"/>
                  </a:lnTo>
                  <a:lnTo>
                    <a:pt x="5349417" y="1724258"/>
                  </a:lnTo>
                  <a:lnTo>
                    <a:pt x="5338866" y="1771512"/>
                  </a:lnTo>
                  <a:lnTo>
                    <a:pt x="5321913" y="1815991"/>
                  </a:lnTo>
                  <a:lnTo>
                    <a:pt x="5299077" y="1857178"/>
                  </a:lnTo>
                  <a:lnTo>
                    <a:pt x="5270876" y="1894554"/>
                  </a:lnTo>
                  <a:lnTo>
                    <a:pt x="5237829" y="1927601"/>
                  </a:lnTo>
                  <a:lnTo>
                    <a:pt x="5200453" y="1955802"/>
                  </a:lnTo>
                  <a:lnTo>
                    <a:pt x="5159266" y="1978638"/>
                  </a:lnTo>
                  <a:lnTo>
                    <a:pt x="5114787" y="1995591"/>
                  </a:lnTo>
                  <a:lnTo>
                    <a:pt x="5067533" y="2006142"/>
                  </a:lnTo>
                  <a:lnTo>
                    <a:pt x="5018024" y="2009775"/>
                  </a:lnTo>
                  <a:lnTo>
                    <a:pt x="334975" y="2009775"/>
                  </a:lnTo>
                  <a:lnTo>
                    <a:pt x="285475" y="2006142"/>
                  </a:lnTo>
                  <a:lnTo>
                    <a:pt x="238230" y="1995591"/>
                  </a:lnTo>
                  <a:lnTo>
                    <a:pt x="193758" y="1978638"/>
                  </a:lnTo>
                  <a:lnTo>
                    <a:pt x="152578" y="1955802"/>
                  </a:lnTo>
                  <a:lnTo>
                    <a:pt x="115207" y="1927601"/>
                  </a:lnTo>
                  <a:lnTo>
                    <a:pt x="82164" y="1894554"/>
                  </a:lnTo>
                  <a:lnTo>
                    <a:pt x="53966" y="1857178"/>
                  </a:lnTo>
                  <a:lnTo>
                    <a:pt x="31133" y="1815991"/>
                  </a:lnTo>
                  <a:lnTo>
                    <a:pt x="14182" y="1771512"/>
                  </a:lnTo>
                  <a:lnTo>
                    <a:pt x="3632" y="1724258"/>
                  </a:lnTo>
                  <a:lnTo>
                    <a:pt x="0" y="1674749"/>
                  </a:lnTo>
                  <a:lnTo>
                    <a:pt x="0" y="335025"/>
                  </a:lnTo>
                  <a:close/>
                </a:path>
              </a:pathLst>
            </a:custGeom>
            <a:ln w="19050">
              <a:solidFill>
                <a:srgbClr val="85AA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29957" y="3603307"/>
            <a:ext cx="4662805" cy="113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37BD"/>
                </a:solidFill>
                <a:latin typeface="Aptos Display"/>
                <a:cs typeface="Aptos Display"/>
              </a:rPr>
              <a:t>File</a:t>
            </a:r>
            <a:r>
              <a:rPr sz="1800" b="1" spc="-20" dirty="0">
                <a:solidFill>
                  <a:srgbClr val="1F37BD"/>
                </a:solidFill>
                <a:latin typeface="Aptos Display"/>
                <a:cs typeface="Aptos Display"/>
              </a:rPr>
              <a:t> </a:t>
            </a:r>
            <a:r>
              <a:rPr sz="1800" b="1" spc="-10" dirty="0">
                <a:solidFill>
                  <a:srgbClr val="1F37BD"/>
                </a:solidFill>
                <a:latin typeface="Aptos Display"/>
                <a:cs typeface="Aptos Display"/>
              </a:rPr>
              <a:t>Handling</a:t>
            </a:r>
            <a:endParaRPr sz="1800">
              <a:latin typeface="Aptos Display"/>
              <a:cs typeface="Aptos Display"/>
            </a:endParaRPr>
          </a:p>
          <a:p>
            <a:pPr marL="12700" marR="5080">
              <a:lnSpc>
                <a:spcPct val="100600"/>
              </a:lnSpc>
              <a:spcBef>
                <a:spcPts val="1460"/>
              </a:spcBef>
            </a:pP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Use</a:t>
            </a:r>
            <a:r>
              <a:rPr sz="1400" spc="-7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</a:t>
            </a:r>
            <a:r>
              <a:rPr sz="1400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file</a:t>
            </a:r>
            <a:r>
              <a:rPr sz="1400" spc="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to</a:t>
            </a:r>
            <a:r>
              <a:rPr sz="1400" spc="-3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save</a:t>
            </a:r>
            <a:r>
              <a:rPr sz="1400" spc="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contact</a:t>
            </a:r>
            <a:r>
              <a:rPr sz="1400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records</a:t>
            </a:r>
            <a:r>
              <a:rPr sz="1400" spc="-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permanently.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Read</a:t>
            </a:r>
            <a:r>
              <a:rPr sz="1400" spc="3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records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when</a:t>
            </a:r>
            <a:r>
              <a:rPr sz="1400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the</a:t>
            </a:r>
            <a:r>
              <a:rPr sz="1400" spc="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application</a:t>
            </a:r>
            <a:r>
              <a:rPr sz="1400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starts</a:t>
            </a:r>
            <a:r>
              <a:rPr sz="1400" spc="-6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and</a:t>
            </a: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write</a:t>
            </a:r>
            <a:r>
              <a:rPr sz="1400" spc="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updated</a:t>
            </a: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records</a:t>
            </a:r>
            <a:r>
              <a:rPr sz="1400" spc="-6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after changes.</a:t>
            </a:r>
            <a:endParaRPr sz="1400">
              <a:latin typeface="Aptos"/>
              <a:cs typeface="Apto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153150" y="3429000"/>
            <a:ext cx="5434330" cy="2138680"/>
            <a:chOff x="6153150" y="3429000"/>
            <a:chExt cx="5434330" cy="2138680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53150" y="3429000"/>
              <a:ext cx="5434076" cy="213842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219825" y="3476625"/>
              <a:ext cx="5305425" cy="2009775"/>
            </a:xfrm>
            <a:custGeom>
              <a:avLst/>
              <a:gdLst/>
              <a:ahLst/>
              <a:cxnLst/>
              <a:rect l="l" t="t" r="r" b="b"/>
              <a:pathLst>
                <a:path w="5305425" h="2009775">
                  <a:moveTo>
                    <a:pt x="4970399" y="0"/>
                  </a:moveTo>
                  <a:lnTo>
                    <a:pt x="335025" y="0"/>
                  </a:lnTo>
                  <a:lnTo>
                    <a:pt x="285516" y="3632"/>
                  </a:lnTo>
                  <a:lnTo>
                    <a:pt x="238262" y="14183"/>
                  </a:lnTo>
                  <a:lnTo>
                    <a:pt x="193783" y="31136"/>
                  </a:lnTo>
                  <a:lnTo>
                    <a:pt x="152596" y="53972"/>
                  </a:lnTo>
                  <a:lnTo>
                    <a:pt x="115220" y="82173"/>
                  </a:lnTo>
                  <a:lnTo>
                    <a:pt x="82173" y="115220"/>
                  </a:lnTo>
                  <a:lnTo>
                    <a:pt x="53972" y="152596"/>
                  </a:lnTo>
                  <a:lnTo>
                    <a:pt x="31136" y="193783"/>
                  </a:lnTo>
                  <a:lnTo>
                    <a:pt x="14183" y="238262"/>
                  </a:lnTo>
                  <a:lnTo>
                    <a:pt x="3632" y="285516"/>
                  </a:lnTo>
                  <a:lnTo>
                    <a:pt x="0" y="335025"/>
                  </a:lnTo>
                  <a:lnTo>
                    <a:pt x="0" y="1674749"/>
                  </a:lnTo>
                  <a:lnTo>
                    <a:pt x="3632" y="1724258"/>
                  </a:lnTo>
                  <a:lnTo>
                    <a:pt x="14183" y="1771512"/>
                  </a:lnTo>
                  <a:lnTo>
                    <a:pt x="31136" y="1815991"/>
                  </a:lnTo>
                  <a:lnTo>
                    <a:pt x="53972" y="1857178"/>
                  </a:lnTo>
                  <a:lnTo>
                    <a:pt x="82173" y="1894554"/>
                  </a:lnTo>
                  <a:lnTo>
                    <a:pt x="115220" y="1927601"/>
                  </a:lnTo>
                  <a:lnTo>
                    <a:pt x="152596" y="1955802"/>
                  </a:lnTo>
                  <a:lnTo>
                    <a:pt x="193783" y="1978638"/>
                  </a:lnTo>
                  <a:lnTo>
                    <a:pt x="238262" y="1995591"/>
                  </a:lnTo>
                  <a:lnTo>
                    <a:pt x="285516" y="2006142"/>
                  </a:lnTo>
                  <a:lnTo>
                    <a:pt x="335025" y="2009775"/>
                  </a:lnTo>
                  <a:lnTo>
                    <a:pt x="4970399" y="2009775"/>
                  </a:lnTo>
                  <a:lnTo>
                    <a:pt x="5019908" y="2006142"/>
                  </a:lnTo>
                  <a:lnTo>
                    <a:pt x="5067162" y="1995591"/>
                  </a:lnTo>
                  <a:lnTo>
                    <a:pt x="5111641" y="1978638"/>
                  </a:lnTo>
                  <a:lnTo>
                    <a:pt x="5152828" y="1955802"/>
                  </a:lnTo>
                  <a:lnTo>
                    <a:pt x="5190204" y="1927601"/>
                  </a:lnTo>
                  <a:lnTo>
                    <a:pt x="5223251" y="1894554"/>
                  </a:lnTo>
                  <a:lnTo>
                    <a:pt x="5251452" y="1857178"/>
                  </a:lnTo>
                  <a:lnTo>
                    <a:pt x="5274288" y="1815991"/>
                  </a:lnTo>
                  <a:lnTo>
                    <a:pt x="5291241" y="1771512"/>
                  </a:lnTo>
                  <a:lnTo>
                    <a:pt x="5301792" y="1724258"/>
                  </a:lnTo>
                  <a:lnTo>
                    <a:pt x="5305425" y="1674749"/>
                  </a:lnTo>
                  <a:lnTo>
                    <a:pt x="5305425" y="335025"/>
                  </a:lnTo>
                  <a:lnTo>
                    <a:pt x="5301792" y="285516"/>
                  </a:lnTo>
                  <a:lnTo>
                    <a:pt x="5291241" y="238262"/>
                  </a:lnTo>
                  <a:lnTo>
                    <a:pt x="5274288" y="193783"/>
                  </a:lnTo>
                  <a:lnTo>
                    <a:pt x="5251452" y="152596"/>
                  </a:lnTo>
                  <a:lnTo>
                    <a:pt x="5223251" y="115220"/>
                  </a:lnTo>
                  <a:lnTo>
                    <a:pt x="5190204" y="82173"/>
                  </a:lnTo>
                  <a:lnTo>
                    <a:pt x="5152828" y="53972"/>
                  </a:lnTo>
                  <a:lnTo>
                    <a:pt x="5111641" y="31136"/>
                  </a:lnTo>
                  <a:lnTo>
                    <a:pt x="5067162" y="14183"/>
                  </a:lnTo>
                  <a:lnTo>
                    <a:pt x="5019908" y="3632"/>
                  </a:lnTo>
                  <a:lnTo>
                    <a:pt x="4970399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19825" y="3476625"/>
              <a:ext cx="5305425" cy="2009775"/>
            </a:xfrm>
            <a:custGeom>
              <a:avLst/>
              <a:gdLst/>
              <a:ahLst/>
              <a:cxnLst/>
              <a:rect l="l" t="t" r="r" b="b"/>
              <a:pathLst>
                <a:path w="5305425" h="2009775">
                  <a:moveTo>
                    <a:pt x="0" y="335025"/>
                  </a:moveTo>
                  <a:lnTo>
                    <a:pt x="3632" y="285516"/>
                  </a:lnTo>
                  <a:lnTo>
                    <a:pt x="14183" y="238262"/>
                  </a:lnTo>
                  <a:lnTo>
                    <a:pt x="31136" y="193783"/>
                  </a:lnTo>
                  <a:lnTo>
                    <a:pt x="53972" y="152596"/>
                  </a:lnTo>
                  <a:lnTo>
                    <a:pt x="82173" y="115220"/>
                  </a:lnTo>
                  <a:lnTo>
                    <a:pt x="115220" y="82173"/>
                  </a:lnTo>
                  <a:lnTo>
                    <a:pt x="152596" y="53972"/>
                  </a:lnTo>
                  <a:lnTo>
                    <a:pt x="193783" y="31136"/>
                  </a:lnTo>
                  <a:lnTo>
                    <a:pt x="238262" y="14183"/>
                  </a:lnTo>
                  <a:lnTo>
                    <a:pt x="285516" y="3632"/>
                  </a:lnTo>
                  <a:lnTo>
                    <a:pt x="335025" y="0"/>
                  </a:lnTo>
                  <a:lnTo>
                    <a:pt x="4970399" y="0"/>
                  </a:lnTo>
                  <a:lnTo>
                    <a:pt x="5019908" y="3632"/>
                  </a:lnTo>
                  <a:lnTo>
                    <a:pt x="5067162" y="14183"/>
                  </a:lnTo>
                  <a:lnTo>
                    <a:pt x="5111641" y="31136"/>
                  </a:lnTo>
                  <a:lnTo>
                    <a:pt x="5152828" y="53972"/>
                  </a:lnTo>
                  <a:lnTo>
                    <a:pt x="5190204" y="82173"/>
                  </a:lnTo>
                  <a:lnTo>
                    <a:pt x="5223251" y="115220"/>
                  </a:lnTo>
                  <a:lnTo>
                    <a:pt x="5251452" y="152596"/>
                  </a:lnTo>
                  <a:lnTo>
                    <a:pt x="5274288" y="193783"/>
                  </a:lnTo>
                  <a:lnTo>
                    <a:pt x="5291241" y="238262"/>
                  </a:lnTo>
                  <a:lnTo>
                    <a:pt x="5301792" y="285516"/>
                  </a:lnTo>
                  <a:lnTo>
                    <a:pt x="5305425" y="335025"/>
                  </a:lnTo>
                  <a:lnTo>
                    <a:pt x="5305425" y="1674749"/>
                  </a:lnTo>
                  <a:lnTo>
                    <a:pt x="5301792" y="1724258"/>
                  </a:lnTo>
                  <a:lnTo>
                    <a:pt x="5291241" y="1771512"/>
                  </a:lnTo>
                  <a:lnTo>
                    <a:pt x="5274288" y="1815991"/>
                  </a:lnTo>
                  <a:lnTo>
                    <a:pt x="5251452" y="1857178"/>
                  </a:lnTo>
                  <a:lnTo>
                    <a:pt x="5223251" y="1894554"/>
                  </a:lnTo>
                  <a:lnTo>
                    <a:pt x="5190204" y="1927601"/>
                  </a:lnTo>
                  <a:lnTo>
                    <a:pt x="5152828" y="1955802"/>
                  </a:lnTo>
                  <a:lnTo>
                    <a:pt x="5111641" y="1978638"/>
                  </a:lnTo>
                  <a:lnTo>
                    <a:pt x="5067162" y="1995591"/>
                  </a:lnTo>
                  <a:lnTo>
                    <a:pt x="5019908" y="2006142"/>
                  </a:lnTo>
                  <a:lnTo>
                    <a:pt x="4970399" y="2009775"/>
                  </a:lnTo>
                  <a:lnTo>
                    <a:pt x="335025" y="2009775"/>
                  </a:lnTo>
                  <a:lnTo>
                    <a:pt x="285516" y="2006142"/>
                  </a:lnTo>
                  <a:lnTo>
                    <a:pt x="238262" y="1995591"/>
                  </a:lnTo>
                  <a:lnTo>
                    <a:pt x="193783" y="1978638"/>
                  </a:lnTo>
                  <a:lnTo>
                    <a:pt x="152596" y="1955802"/>
                  </a:lnTo>
                  <a:lnTo>
                    <a:pt x="115220" y="1927601"/>
                  </a:lnTo>
                  <a:lnTo>
                    <a:pt x="82173" y="1894554"/>
                  </a:lnTo>
                  <a:lnTo>
                    <a:pt x="53972" y="1857178"/>
                  </a:lnTo>
                  <a:lnTo>
                    <a:pt x="31136" y="1815991"/>
                  </a:lnTo>
                  <a:lnTo>
                    <a:pt x="14183" y="1771512"/>
                  </a:lnTo>
                  <a:lnTo>
                    <a:pt x="3632" y="1724258"/>
                  </a:lnTo>
                  <a:lnTo>
                    <a:pt x="0" y="1674749"/>
                  </a:lnTo>
                  <a:lnTo>
                    <a:pt x="0" y="335025"/>
                  </a:lnTo>
                  <a:close/>
                </a:path>
              </a:pathLst>
            </a:custGeom>
            <a:ln w="19050">
              <a:solidFill>
                <a:srgbClr val="1F37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466204" y="3603307"/>
            <a:ext cx="4388485" cy="920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37BD"/>
                </a:solidFill>
                <a:latin typeface="Aptos Display"/>
                <a:cs typeface="Aptos Display"/>
              </a:rPr>
              <a:t>Error</a:t>
            </a:r>
            <a:r>
              <a:rPr sz="1800" b="1" spc="-35" dirty="0">
                <a:solidFill>
                  <a:srgbClr val="1F37BD"/>
                </a:solidFill>
                <a:latin typeface="Aptos Display"/>
                <a:cs typeface="Aptos Display"/>
              </a:rPr>
              <a:t> </a:t>
            </a:r>
            <a:r>
              <a:rPr sz="1800" b="1" spc="-10" dirty="0">
                <a:solidFill>
                  <a:srgbClr val="1F37BD"/>
                </a:solidFill>
                <a:latin typeface="Aptos Display"/>
                <a:cs typeface="Aptos Display"/>
              </a:rPr>
              <a:t>Handling</a:t>
            </a:r>
            <a:endParaRPr sz="1800">
              <a:latin typeface="Aptos Display"/>
              <a:cs typeface="Aptos Display"/>
            </a:endParaRPr>
          </a:p>
          <a:p>
            <a:pPr marL="12700" marR="5080">
              <a:lnSpc>
                <a:spcPct val="102800"/>
              </a:lnSpc>
              <a:spcBef>
                <a:spcPts val="1425"/>
              </a:spcBef>
            </a:pP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Validate</a:t>
            </a:r>
            <a:r>
              <a:rPr sz="1400" spc="-6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user</a:t>
            </a:r>
            <a:r>
              <a:rPr sz="1400" spc="-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input</a:t>
            </a:r>
            <a:r>
              <a:rPr sz="1400" spc="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and</a:t>
            </a:r>
            <a:r>
              <a:rPr sz="1400" spc="-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handle</a:t>
            </a:r>
            <a:r>
              <a:rPr sz="1400" spc="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cases</a:t>
            </a:r>
            <a:r>
              <a:rPr sz="1400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such</a:t>
            </a:r>
            <a:r>
              <a:rPr sz="1400" spc="5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as</a:t>
            </a:r>
            <a:r>
              <a:rPr sz="1400" spc="-7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an</a:t>
            </a:r>
            <a:r>
              <a:rPr sz="1400" spc="5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empty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address</a:t>
            </a:r>
            <a:r>
              <a:rPr sz="1400" spc="-3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book,</a:t>
            </a:r>
            <a:r>
              <a:rPr sz="1400" spc="-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contact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not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found,</a:t>
            </a:r>
            <a:r>
              <a:rPr sz="1400" spc="-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or</a:t>
            </a:r>
            <a:r>
              <a:rPr sz="1400" spc="-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invalid</a:t>
            </a:r>
            <a:r>
              <a:rPr sz="1400" spc="-6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menu</a:t>
            </a:r>
            <a:r>
              <a:rPr sz="1400" spc="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choice.</a:t>
            </a:r>
            <a:endParaRPr sz="1400">
              <a:latin typeface="Aptos"/>
              <a:cs typeface="Apto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4775" y="6381750"/>
            <a:ext cx="11968480" cy="386080"/>
            <a:chOff x="104775" y="6381750"/>
            <a:chExt cx="11968480" cy="386080"/>
          </a:xfrm>
        </p:grpSpPr>
        <p:pic>
          <p:nvPicPr>
            <p:cNvPr id="4" name="object 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775" y="6381750"/>
              <a:ext cx="11968226" cy="3857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1925" y="6419850"/>
              <a:ext cx="11858625" cy="276225"/>
            </a:xfrm>
            <a:custGeom>
              <a:avLst/>
              <a:gdLst/>
              <a:ahLst/>
              <a:cxnLst/>
              <a:rect l="l" t="t" r="r" b="b"/>
              <a:pathLst>
                <a:path w="11858625" h="276225">
                  <a:moveTo>
                    <a:pt x="1185862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11858625" y="276225"/>
                  </a:lnTo>
                  <a:lnTo>
                    <a:pt x="11858625" y="0"/>
                  </a:lnTo>
                  <a:close/>
                </a:path>
              </a:pathLst>
            </a:custGeom>
            <a:solidFill>
              <a:srgbClr val="85AA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S.</a:t>
            </a:r>
            <a:r>
              <a:rPr spc="5" dirty="0"/>
              <a:t> </a:t>
            </a:r>
            <a:r>
              <a:rPr dirty="0"/>
              <a:t>B.</a:t>
            </a:r>
            <a:r>
              <a:rPr spc="10" dirty="0"/>
              <a:t> </a:t>
            </a:r>
            <a:r>
              <a:rPr dirty="0"/>
              <a:t>JAIN</a:t>
            </a:r>
            <a:r>
              <a:rPr spc="5" dirty="0"/>
              <a:t> </a:t>
            </a:r>
            <a:r>
              <a:rPr spc="-10" dirty="0"/>
              <a:t>INSTITUTE</a:t>
            </a:r>
            <a:r>
              <a:rPr spc="-1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10" dirty="0"/>
              <a:t>TECHNOLOGY</a:t>
            </a:r>
            <a:r>
              <a:rPr spc="5" dirty="0"/>
              <a:t> </a:t>
            </a:r>
            <a:r>
              <a:rPr spc="-10" dirty="0"/>
              <a:t>MANAGEMENT</a:t>
            </a:r>
            <a:r>
              <a:rPr spc="-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dirty="0"/>
              <a:t>RESEARCH,</a:t>
            </a:r>
            <a:r>
              <a:rPr spc="10" dirty="0"/>
              <a:t> </a:t>
            </a:r>
            <a:r>
              <a:rPr spc="-10" dirty="0"/>
              <a:t>NAGPUR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8.</a:t>
            </a:r>
            <a:r>
              <a:rPr spc="125" dirty="0"/>
              <a:t> </a:t>
            </a:r>
            <a:r>
              <a:rPr dirty="0"/>
              <a:t>Menu-Driven</a:t>
            </a:r>
            <a:r>
              <a:rPr spc="120" dirty="0"/>
              <a:t> </a:t>
            </a:r>
            <a:r>
              <a:rPr spc="-10" dirty="0"/>
              <a:t>Interface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23900" y="1200086"/>
            <a:ext cx="5234305" cy="4500880"/>
            <a:chOff x="723900" y="1200086"/>
            <a:chExt cx="5234305" cy="450088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3900" y="1200086"/>
              <a:ext cx="5234051" cy="450062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85812" y="1243076"/>
              <a:ext cx="5115560" cy="4381500"/>
            </a:xfrm>
            <a:custGeom>
              <a:avLst/>
              <a:gdLst/>
              <a:ahLst/>
              <a:cxnLst/>
              <a:rect l="l" t="t" r="r" b="b"/>
              <a:pathLst>
                <a:path w="5115560" h="4381500">
                  <a:moveTo>
                    <a:pt x="4384611" y="0"/>
                  </a:moveTo>
                  <a:lnTo>
                    <a:pt x="730313" y="0"/>
                  </a:lnTo>
                  <a:lnTo>
                    <a:pt x="682292" y="1553"/>
                  </a:lnTo>
                  <a:lnTo>
                    <a:pt x="635101" y="6148"/>
                  </a:lnTo>
                  <a:lnTo>
                    <a:pt x="588836" y="13689"/>
                  </a:lnTo>
                  <a:lnTo>
                    <a:pt x="543593" y="24079"/>
                  </a:lnTo>
                  <a:lnTo>
                    <a:pt x="499468" y="37224"/>
                  </a:lnTo>
                  <a:lnTo>
                    <a:pt x="456558" y="53025"/>
                  </a:lnTo>
                  <a:lnTo>
                    <a:pt x="414959" y="71388"/>
                  </a:lnTo>
                  <a:lnTo>
                    <a:pt x="374767" y="92216"/>
                  </a:lnTo>
                  <a:lnTo>
                    <a:pt x="336078" y="115413"/>
                  </a:lnTo>
                  <a:lnTo>
                    <a:pt x="298989" y="140882"/>
                  </a:lnTo>
                  <a:lnTo>
                    <a:pt x="263595" y="168528"/>
                  </a:lnTo>
                  <a:lnTo>
                    <a:pt x="229993" y="198254"/>
                  </a:lnTo>
                  <a:lnTo>
                    <a:pt x="198280" y="229965"/>
                  </a:lnTo>
                  <a:lnTo>
                    <a:pt x="168550" y="263563"/>
                  </a:lnTo>
                  <a:lnTo>
                    <a:pt x="140901" y="298953"/>
                  </a:lnTo>
                  <a:lnTo>
                    <a:pt x="115428" y="336039"/>
                  </a:lnTo>
                  <a:lnTo>
                    <a:pt x="92229" y="374725"/>
                  </a:lnTo>
                  <a:lnTo>
                    <a:pt x="71398" y="414914"/>
                  </a:lnTo>
                  <a:lnTo>
                    <a:pt x="53033" y="456509"/>
                  </a:lnTo>
                  <a:lnTo>
                    <a:pt x="37229" y="499416"/>
                  </a:lnTo>
                  <a:lnTo>
                    <a:pt x="24083" y="543538"/>
                  </a:lnTo>
                  <a:lnTo>
                    <a:pt x="13691" y="588778"/>
                  </a:lnTo>
                  <a:lnTo>
                    <a:pt x="6149" y="635041"/>
                  </a:lnTo>
                  <a:lnTo>
                    <a:pt x="1553" y="682230"/>
                  </a:lnTo>
                  <a:lnTo>
                    <a:pt x="0" y="730250"/>
                  </a:lnTo>
                  <a:lnTo>
                    <a:pt x="0" y="3651123"/>
                  </a:lnTo>
                  <a:lnTo>
                    <a:pt x="1553" y="3699142"/>
                  </a:lnTo>
                  <a:lnTo>
                    <a:pt x="6149" y="3746332"/>
                  </a:lnTo>
                  <a:lnTo>
                    <a:pt x="13691" y="3792596"/>
                  </a:lnTo>
                  <a:lnTo>
                    <a:pt x="24083" y="3837838"/>
                  </a:lnTo>
                  <a:lnTo>
                    <a:pt x="37229" y="3881962"/>
                  </a:lnTo>
                  <a:lnTo>
                    <a:pt x="53033" y="3924872"/>
                  </a:lnTo>
                  <a:lnTo>
                    <a:pt x="71398" y="3966471"/>
                  </a:lnTo>
                  <a:lnTo>
                    <a:pt x="92229" y="4006663"/>
                  </a:lnTo>
                  <a:lnTo>
                    <a:pt x="115428" y="4045351"/>
                  </a:lnTo>
                  <a:lnTo>
                    <a:pt x="140901" y="4082441"/>
                  </a:lnTo>
                  <a:lnTo>
                    <a:pt x="168550" y="4117835"/>
                  </a:lnTo>
                  <a:lnTo>
                    <a:pt x="198280" y="4151437"/>
                  </a:lnTo>
                  <a:lnTo>
                    <a:pt x="229993" y="4183151"/>
                  </a:lnTo>
                  <a:lnTo>
                    <a:pt x="263595" y="4212881"/>
                  </a:lnTo>
                  <a:lnTo>
                    <a:pt x="298989" y="4240531"/>
                  </a:lnTo>
                  <a:lnTo>
                    <a:pt x="336078" y="4266004"/>
                  </a:lnTo>
                  <a:lnTo>
                    <a:pt x="374767" y="4289204"/>
                  </a:lnTo>
                  <a:lnTo>
                    <a:pt x="414959" y="4310035"/>
                  </a:lnTo>
                  <a:lnTo>
                    <a:pt x="456558" y="4328401"/>
                  </a:lnTo>
                  <a:lnTo>
                    <a:pt x="499468" y="4344205"/>
                  </a:lnTo>
                  <a:lnTo>
                    <a:pt x="543593" y="4357352"/>
                  </a:lnTo>
                  <a:lnTo>
                    <a:pt x="588836" y="4367744"/>
                  </a:lnTo>
                  <a:lnTo>
                    <a:pt x="635101" y="4375287"/>
                  </a:lnTo>
                  <a:lnTo>
                    <a:pt x="682292" y="4379883"/>
                  </a:lnTo>
                  <a:lnTo>
                    <a:pt x="730313" y="4381436"/>
                  </a:lnTo>
                  <a:lnTo>
                    <a:pt x="4384611" y="4381436"/>
                  </a:lnTo>
                  <a:lnTo>
                    <a:pt x="4432631" y="4379883"/>
                  </a:lnTo>
                  <a:lnTo>
                    <a:pt x="4479822" y="4375287"/>
                  </a:lnTo>
                  <a:lnTo>
                    <a:pt x="4526087" y="4367744"/>
                  </a:lnTo>
                  <a:lnTo>
                    <a:pt x="4571331" y="4357352"/>
                  </a:lnTo>
                  <a:lnTo>
                    <a:pt x="4615457" y="4344205"/>
                  </a:lnTo>
                  <a:lnTo>
                    <a:pt x="4658369" y="4328401"/>
                  </a:lnTo>
                  <a:lnTo>
                    <a:pt x="4699971" y="4310035"/>
                  </a:lnTo>
                  <a:lnTo>
                    <a:pt x="4740166" y="4289204"/>
                  </a:lnTo>
                  <a:lnTo>
                    <a:pt x="4778859" y="4266004"/>
                  </a:lnTo>
                  <a:lnTo>
                    <a:pt x="4815952" y="4240531"/>
                  </a:lnTo>
                  <a:lnTo>
                    <a:pt x="4851349" y="4212881"/>
                  </a:lnTo>
                  <a:lnTo>
                    <a:pt x="4884955" y="4183151"/>
                  </a:lnTo>
                  <a:lnTo>
                    <a:pt x="4916674" y="4151437"/>
                  </a:lnTo>
                  <a:lnTo>
                    <a:pt x="4946407" y="4117835"/>
                  </a:lnTo>
                  <a:lnTo>
                    <a:pt x="4974061" y="4082441"/>
                  </a:lnTo>
                  <a:lnTo>
                    <a:pt x="4999537" y="4045351"/>
                  </a:lnTo>
                  <a:lnTo>
                    <a:pt x="5022741" y="4006663"/>
                  </a:lnTo>
                  <a:lnTo>
                    <a:pt x="5043575" y="3966471"/>
                  </a:lnTo>
                  <a:lnTo>
                    <a:pt x="5061944" y="3924872"/>
                  </a:lnTo>
                  <a:lnTo>
                    <a:pt x="5077751" y="3881962"/>
                  </a:lnTo>
                  <a:lnTo>
                    <a:pt x="5090899" y="3837838"/>
                  </a:lnTo>
                  <a:lnTo>
                    <a:pt x="5101294" y="3792596"/>
                  </a:lnTo>
                  <a:lnTo>
                    <a:pt x="5108837" y="3746332"/>
                  </a:lnTo>
                  <a:lnTo>
                    <a:pt x="5113434" y="3699142"/>
                  </a:lnTo>
                  <a:lnTo>
                    <a:pt x="5114988" y="3651123"/>
                  </a:lnTo>
                  <a:lnTo>
                    <a:pt x="5114988" y="730250"/>
                  </a:lnTo>
                  <a:lnTo>
                    <a:pt x="5113434" y="682230"/>
                  </a:lnTo>
                  <a:lnTo>
                    <a:pt x="5108837" y="635041"/>
                  </a:lnTo>
                  <a:lnTo>
                    <a:pt x="5101294" y="588778"/>
                  </a:lnTo>
                  <a:lnTo>
                    <a:pt x="5090899" y="543538"/>
                  </a:lnTo>
                  <a:lnTo>
                    <a:pt x="5077751" y="499416"/>
                  </a:lnTo>
                  <a:lnTo>
                    <a:pt x="5061944" y="456509"/>
                  </a:lnTo>
                  <a:lnTo>
                    <a:pt x="5043575" y="414914"/>
                  </a:lnTo>
                  <a:lnTo>
                    <a:pt x="5022741" y="374725"/>
                  </a:lnTo>
                  <a:lnTo>
                    <a:pt x="4999537" y="336039"/>
                  </a:lnTo>
                  <a:lnTo>
                    <a:pt x="4974061" y="298953"/>
                  </a:lnTo>
                  <a:lnTo>
                    <a:pt x="4946407" y="263563"/>
                  </a:lnTo>
                  <a:lnTo>
                    <a:pt x="4916674" y="229965"/>
                  </a:lnTo>
                  <a:lnTo>
                    <a:pt x="4884955" y="198254"/>
                  </a:lnTo>
                  <a:lnTo>
                    <a:pt x="4851349" y="168528"/>
                  </a:lnTo>
                  <a:lnTo>
                    <a:pt x="4815952" y="140882"/>
                  </a:lnTo>
                  <a:lnTo>
                    <a:pt x="4778859" y="115413"/>
                  </a:lnTo>
                  <a:lnTo>
                    <a:pt x="4740166" y="92216"/>
                  </a:lnTo>
                  <a:lnTo>
                    <a:pt x="4699971" y="71388"/>
                  </a:lnTo>
                  <a:lnTo>
                    <a:pt x="4658369" y="53025"/>
                  </a:lnTo>
                  <a:lnTo>
                    <a:pt x="4615457" y="37224"/>
                  </a:lnTo>
                  <a:lnTo>
                    <a:pt x="4571331" y="24079"/>
                  </a:lnTo>
                  <a:lnTo>
                    <a:pt x="4526087" y="13689"/>
                  </a:lnTo>
                  <a:lnTo>
                    <a:pt x="4479822" y="6148"/>
                  </a:lnTo>
                  <a:lnTo>
                    <a:pt x="4432631" y="1553"/>
                  </a:lnTo>
                  <a:lnTo>
                    <a:pt x="4384611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5812" y="1243076"/>
              <a:ext cx="5115560" cy="4381500"/>
            </a:xfrm>
            <a:custGeom>
              <a:avLst/>
              <a:gdLst/>
              <a:ahLst/>
              <a:cxnLst/>
              <a:rect l="l" t="t" r="r" b="b"/>
              <a:pathLst>
                <a:path w="5115560" h="4381500">
                  <a:moveTo>
                    <a:pt x="0" y="730250"/>
                  </a:moveTo>
                  <a:lnTo>
                    <a:pt x="1553" y="682230"/>
                  </a:lnTo>
                  <a:lnTo>
                    <a:pt x="6149" y="635041"/>
                  </a:lnTo>
                  <a:lnTo>
                    <a:pt x="13691" y="588778"/>
                  </a:lnTo>
                  <a:lnTo>
                    <a:pt x="24083" y="543538"/>
                  </a:lnTo>
                  <a:lnTo>
                    <a:pt x="37229" y="499416"/>
                  </a:lnTo>
                  <a:lnTo>
                    <a:pt x="53033" y="456509"/>
                  </a:lnTo>
                  <a:lnTo>
                    <a:pt x="71398" y="414914"/>
                  </a:lnTo>
                  <a:lnTo>
                    <a:pt x="92229" y="374725"/>
                  </a:lnTo>
                  <a:lnTo>
                    <a:pt x="115428" y="336039"/>
                  </a:lnTo>
                  <a:lnTo>
                    <a:pt x="140901" y="298953"/>
                  </a:lnTo>
                  <a:lnTo>
                    <a:pt x="168550" y="263563"/>
                  </a:lnTo>
                  <a:lnTo>
                    <a:pt x="198280" y="229965"/>
                  </a:lnTo>
                  <a:lnTo>
                    <a:pt x="229993" y="198254"/>
                  </a:lnTo>
                  <a:lnTo>
                    <a:pt x="263595" y="168528"/>
                  </a:lnTo>
                  <a:lnTo>
                    <a:pt x="298989" y="140882"/>
                  </a:lnTo>
                  <a:lnTo>
                    <a:pt x="336078" y="115413"/>
                  </a:lnTo>
                  <a:lnTo>
                    <a:pt x="374767" y="92216"/>
                  </a:lnTo>
                  <a:lnTo>
                    <a:pt x="414959" y="71388"/>
                  </a:lnTo>
                  <a:lnTo>
                    <a:pt x="456558" y="53025"/>
                  </a:lnTo>
                  <a:lnTo>
                    <a:pt x="499468" y="37224"/>
                  </a:lnTo>
                  <a:lnTo>
                    <a:pt x="543593" y="24079"/>
                  </a:lnTo>
                  <a:lnTo>
                    <a:pt x="588836" y="13689"/>
                  </a:lnTo>
                  <a:lnTo>
                    <a:pt x="635101" y="6148"/>
                  </a:lnTo>
                  <a:lnTo>
                    <a:pt x="682292" y="1553"/>
                  </a:lnTo>
                  <a:lnTo>
                    <a:pt x="730313" y="0"/>
                  </a:lnTo>
                  <a:lnTo>
                    <a:pt x="4384611" y="0"/>
                  </a:lnTo>
                  <a:lnTo>
                    <a:pt x="4432631" y="1553"/>
                  </a:lnTo>
                  <a:lnTo>
                    <a:pt x="4479822" y="6148"/>
                  </a:lnTo>
                  <a:lnTo>
                    <a:pt x="4526087" y="13689"/>
                  </a:lnTo>
                  <a:lnTo>
                    <a:pt x="4571331" y="24079"/>
                  </a:lnTo>
                  <a:lnTo>
                    <a:pt x="4615457" y="37224"/>
                  </a:lnTo>
                  <a:lnTo>
                    <a:pt x="4658369" y="53025"/>
                  </a:lnTo>
                  <a:lnTo>
                    <a:pt x="4699971" y="71388"/>
                  </a:lnTo>
                  <a:lnTo>
                    <a:pt x="4740166" y="92216"/>
                  </a:lnTo>
                  <a:lnTo>
                    <a:pt x="4778859" y="115413"/>
                  </a:lnTo>
                  <a:lnTo>
                    <a:pt x="4815952" y="140882"/>
                  </a:lnTo>
                  <a:lnTo>
                    <a:pt x="4851349" y="168528"/>
                  </a:lnTo>
                  <a:lnTo>
                    <a:pt x="4884955" y="198254"/>
                  </a:lnTo>
                  <a:lnTo>
                    <a:pt x="4916674" y="229965"/>
                  </a:lnTo>
                  <a:lnTo>
                    <a:pt x="4946407" y="263563"/>
                  </a:lnTo>
                  <a:lnTo>
                    <a:pt x="4974061" y="298953"/>
                  </a:lnTo>
                  <a:lnTo>
                    <a:pt x="4999537" y="336039"/>
                  </a:lnTo>
                  <a:lnTo>
                    <a:pt x="5022741" y="374725"/>
                  </a:lnTo>
                  <a:lnTo>
                    <a:pt x="5043575" y="414914"/>
                  </a:lnTo>
                  <a:lnTo>
                    <a:pt x="5061944" y="456509"/>
                  </a:lnTo>
                  <a:lnTo>
                    <a:pt x="5077751" y="499416"/>
                  </a:lnTo>
                  <a:lnTo>
                    <a:pt x="5090899" y="543538"/>
                  </a:lnTo>
                  <a:lnTo>
                    <a:pt x="5101294" y="588778"/>
                  </a:lnTo>
                  <a:lnTo>
                    <a:pt x="5108837" y="635041"/>
                  </a:lnTo>
                  <a:lnTo>
                    <a:pt x="5113434" y="682230"/>
                  </a:lnTo>
                  <a:lnTo>
                    <a:pt x="5114988" y="730250"/>
                  </a:lnTo>
                  <a:lnTo>
                    <a:pt x="5114988" y="3651123"/>
                  </a:lnTo>
                  <a:lnTo>
                    <a:pt x="5113434" y="3699142"/>
                  </a:lnTo>
                  <a:lnTo>
                    <a:pt x="5108837" y="3746332"/>
                  </a:lnTo>
                  <a:lnTo>
                    <a:pt x="5101294" y="3792596"/>
                  </a:lnTo>
                  <a:lnTo>
                    <a:pt x="5090899" y="3837838"/>
                  </a:lnTo>
                  <a:lnTo>
                    <a:pt x="5077751" y="3881962"/>
                  </a:lnTo>
                  <a:lnTo>
                    <a:pt x="5061944" y="3924872"/>
                  </a:lnTo>
                  <a:lnTo>
                    <a:pt x="5043575" y="3966471"/>
                  </a:lnTo>
                  <a:lnTo>
                    <a:pt x="5022741" y="4006663"/>
                  </a:lnTo>
                  <a:lnTo>
                    <a:pt x="4999537" y="4045351"/>
                  </a:lnTo>
                  <a:lnTo>
                    <a:pt x="4974061" y="4082441"/>
                  </a:lnTo>
                  <a:lnTo>
                    <a:pt x="4946407" y="4117835"/>
                  </a:lnTo>
                  <a:lnTo>
                    <a:pt x="4916674" y="4151437"/>
                  </a:lnTo>
                  <a:lnTo>
                    <a:pt x="4884955" y="4183151"/>
                  </a:lnTo>
                  <a:lnTo>
                    <a:pt x="4851349" y="4212881"/>
                  </a:lnTo>
                  <a:lnTo>
                    <a:pt x="4815952" y="4240531"/>
                  </a:lnTo>
                  <a:lnTo>
                    <a:pt x="4778859" y="4266004"/>
                  </a:lnTo>
                  <a:lnTo>
                    <a:pt x="4740166" y="4289204"/>
                  </a:lnTo>
                  <a:lnTo>
                    <a:pt x="4699971" y="4310035"/>
                  </a:lnTo>
                  <a:lnTo>
                    <a:pt x="4658369" y="4328401"/>
                  </a:lnTo>
                  <a:lnTo>
                    <a:pt x="4615457" y="4344205"/>
                  </a:lnTo>
                  <a:lnTo>
                    <a:pt x="4571331" y="4357352"/>
                  </a:lnTo>
                  <a:lnTo>
                    <a:pt x="4526087" y="4367744"/>
                  </a:lnTo>
                  <a:lnTo>
                    <a:pt x="4479822" y="4375287"/>
                  </a:lnTo>
                  <a:lnTo>
                    <a:pt x="4432631" y="4379883"/>
                  </a:lnTo>
                  <a:lnTo>
                    <a:pt x="4384611" y="4381436"/>
                  </a:lnTo>
                  <a:lnTo>
                    <a:pt x="730313" y="4381436"/>
                  </a:lnTo>
                  <a:lnTo>
                    <a:pt x="682292" y="4379883"/>
                  </a:lnTo>
                  <a:lnTo>
                    <a:pt x="635101" y="4375287"/>
                  </a:lnTo>
                  <a:lnTo>
                    <a:pt x="588836" y="4367744"/>
                  </a:lnTo>
                  <a:lnTo>
                    <a:pt x="543593" y="4357352"/>
                  </a:lnTo>
                  <a:lnTo>
                    <a:pt x="499468" y="4344205"/>
                  </a:lnTo>
                  <a:lnTo>
                    <a:pt x="456558" y="4328401"/>
                  </a:lnTo>
                  <a:lnTo>
                    <a:pt x="414959" y="4310035"/>
                  </a:lnTo>
                  <a:lnTo>
                    <a:pt x="374767" y="4289204"/>
                  </a:lnTo>
                  <a:lnTo>
                    <a:pt x="336078" y="4266004"/>
                  </a:lnTo>
                  <a:lnTo>
                    <a:pt x="298989" y="4240531"/>
                  </a:lnTo>
                  <a:lnTo>
                    <a:pt x="263595" y="4212881"/>
                  </a:lnTo>
                  <a:lnTo>
                    <a:pt x="229993" y="4183151"/>
                  </a:lnTo>
                  <a:lnTo>
                    <a:pt x="198280" y="4151437"/>
                  </a:lnTo>
                  <a:lnTo>
                    <a:pt x="168550" y="4117835"/>
                  </a:lnTo>
                  <a:lnTo>
                    <a:pt x="140901" y="4082441"/>
                  </a:lnTo>
                  <a:lnTo>
                    <a:pt x="115428" y="4045351"/>
                  </a:lnTo>
                  <a:lnTo>
                    <a:pt x="92229" y="4006663"/>
                  </a:lnTo>
                  <a:lnTo>
                    <a:pt x="71398" y="3966471"/>
                  </a:lnTo>
                  <a:lnTo>
                    <a:pt x="53033" y="3924872"/>
                  </a:lnTo>
                  <a:lnTo>
                    <a:pt x="37229" y="3881962"/>
                  </a:lnTo>
                  <a:lnTo>
                    <a:pt x="24083" y="3837838"/>
                  </a:lnTo>
                  <a:lnTo>
                    <a:pt x="13691" y="3792596"/>
                  </a:lnTo>
                  <a:lnTo>
                    <a:pt x="6149" y="3746332"/>
                  </a:lnTo>
                  <a:lnTo>
                    <a:pt x="1553" y="3699142"/>
                  </a:lnTo>
                  <a:lnTo>
                    <a:pt x="0" y="3651123"/>
                  </a:lnTo>
                  <a:lnTo>
                    <a:pt x="0" y="730250"/>
                  </a:lnTo>
                  <a:close/>
                </a:path>
              </a:pathLst>
            </a:custGeom>
            <a:ln w="9525">
              <a:solidFill>
                <a:srgbClr val="1F37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76972" y="1580197"/>
            <a:ext cx="3037840" cy="2217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dirty="0">
                <a:solidFill>
                  <a:srgbClr val="18252A"/>
                </a:solidFill>
                <a:latin typeface="Consolas"/>
                <a:cs typeface="Consolas"/>
              </a:rPr>
              <a:t>=====</a:t>
            </a:r>
            <a:r>
              <a:rPr sz="1800" spc="-50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18252A"/>
                </a:solidFill>
                <a:latin typeface="Consolas"/>
                <a:cs typeface="Consolas"/>
              </a:rPr>
              <a:t>ADDRESS</a:t>
            </a:r>
            <a:r>
              <a:rPr sz="1800" spc="-4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18252A"/>
                </a:solidFill>
                <a:latin typeface="Consolas"/>
                <a:cs typeface="Consolas"/>
              </a:rPr>
              <a:t>BOOK</a:t>
            </a:r>
            <a:r>
              <a:rPr sz="1800" spc="-4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800" spc="-20" dirty="0">
                <a:solidFill>
                  <a:srgbClr val="18252A"/>
                </a:solidFill>
                <a:latin typeface="Consolas"/>
                <a:cs typeface="Consolas"/>
              </a:rPr>
              <a:t>=====</a:t>
            </a:r>
            <a:endParaRPr sz="1800">
              <a:latin typeface="Consolas"/>
              <a:cs typeface="Consolas"/>
            </a:endParaRPr>
          </a:p>
          <a:p>
            <a:pPr marL="391795" indent="-379095">
              <a:lnSpc>
                <a:spcPts val="2130"/>
              </a:lnSpc>
              <a:buAutoNum type="arabicPeriod"/>
              <a:tabLst>
                <a:tab pos="391795" algn="l"/>
              </a:tabLst>
            </a:pPr>
            <a:r>
              <a:rPr sz="1800" dirty="0">
                <a:solidFill>
                  <a:srgbClr val="18252A"/>
                </a:solidFill>
                <a:latin typeface="Consolas"/>
                <a:cs typeface="Consolas"/>
              </a:rPr>
              <a:t>Add</a:t>
            </a:r>
            <a:r>
              <a:rPr sz="1800" spc="-7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18252A"/>
                </a:solidFill>
                <a:latin typeface="Consolas"/>
                <a:cs typeface="Consolas"/>
              </a:rPr>
              <a:t>Contact</a:t>
            </a:r>
            <a:endParaRPr sz="1800">
              <a:latin typeface="Consolas"/>
              <a:cs typeface="Consolas"/>
            </a:endParaRPr>
          </a:p>
          <a:p>
            <a:pPr marL="391795" indent="-379095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391795" algn="l"/>
              </a:tabLst>
            </a:pPr>
            <a:r>
              <a:rPr sz="1800" dirty="0">
                <a:solidFill>
                  <a:srgbClr val="18252A"/>
                </a:solidFill>
                <a:latin typeface="Consolas"/>
                <a:cs typeface="Consolas"/>
              </a:rPr>
              <a:t>View</a:t>
            </a:r>
            <a:r>
              <a:rPr sz="1800" spc="-95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18252A"/>
                </a:solidFill>
                <a:latin typeface="Consolas"/>
                <a:cs typeface="Consolas"/>
              </a:rPr>
              <a:t>Contacts</a:t>
            </a:r>
            <a:endParaRPr sz="1800">
              <a:latin typeface="Consolas"/>
              <a:cs typeface="Consolas"/>
            </a:endParaRPr>
          </a:p>
          <a:p>
            <a:pPr marL="391795" indent="-379095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391795" algn="l"/>
              </a:tabLst>
            </a:pPr>
            <a:r>
              <a:rPr sz="1800" dirty="0">
                <a:solidFill>
                  <a:srgbClr val="18252A"/>
                </a:solidFill>
                <a:latin typeface="Consolas"/>
                <a:cs typeface="Consolas"/>
              </a:rPr>
              <a:t>Search</a:t>
            </a:r>
            <a:r>
              <a:rPr sz="1800" spc="-60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18252A"/>
                </a:solidFill>
                <a:latin typeface="Consolas"/>
                <a:cs typeface="Consolas"/>
              </a:rPr>
              <a:t>Contact</a:t>
            </a:r>
            <a:endParaRPr sz="1800">
              <a:latin typeface="Consolas"/>
              <a:cs typeface="Consolas"/>
            </a:endParaRPr>
          </a:p>
          <a:p>
            <a:pPr marL="391795" indent="-379095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391795" algn="l"/>
              </a:tabLst>
            </a:pPr>
            <a:r>
              <a:rPr sz="1800" dirty="0">
                <a:solidFill>
                  <a:srgbClr val="18252A"/>
                </a:solidFill>
                <a:latin typeface="Consolas"/>
                <a:cs typeface="Consolas"/>
              </a:rPr>
              <a:t>Update</a:t>
            </a:r>
            <a:r>
              <a:rPr sz="1800" spc="-60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18252A"/>
                </a:solidFill>
                <a:latin typeface="Consolas"/>
                <a:cs typeface="Consolas"/>
              </a:rPr>
              <a:t>Contact</a:t>
            </a:r>
            <a:endParaRPr sz="1800">
              <a:latin typeface="Consolas"/>
              <a:cs typeface="Consolas"/>
            </a:endParaRPr>
          </a:p>
          <a:p>
            <a:pPr marL="391795" indent="-379095">
              <a:lnSpc>
                <a:spcPts val="2130"/>
              </a:lnSpc>
              <a:spcBef>
                <a:spcPts val="20"/>
              </a:spcBef>
              <a:buAutoNum type="arabicPeriod"/>
              <a:tabLst>
                <a:tab pos="391795" algn="l"/>
              </a:tabLst>
            </a:pPr>
            <a:r>
              <a:rPr sz="1800" dirty="0">
                <a:solidFill>
                  <a:srgbClr val="18252A"/>
                </a:solidFill>
                <a:latin typeface="Consolas"/>
                <a:cs typeface="Consolas"/>
              </a:rPr>
              <a:t>Delete</a:t>
            </a:r>
            <a:r>
              <a:rPr sz="1800" spc="-60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18252A"/>
                </a:solidFill>
                <a:latin typeface="Consolas"/>
                <a:cs typeface="Consolas"/>
              </a:rPr>
              <a:t>Contact</a:t>
            </a:r>
            <a:endParaRPr sz="1800">
              <a:latin typeface="Consolas"/>
              <a:cs typeface="Consolas"/>
            </a:endParaRPr>
          </a:p>
          <a:p>
            <a:pPr marL="391795" indent="-379095">
              <a:lnSpc>
                <a:spcPts val="2130"/>
              </a:lnSpc>
              <a:buAutoNum type="arabicPeriod"/>
              <a:tabLst>
                <a:tab pos="391795" algn="l"/>
              </a:tabLst>
            </a:pPr>
            <a:r>
              <a:rPr sz="1800" spc="-20" dirty="0">
                <a:solidFill>
                  <a:srgbClr val="18252A"/>
                </a:solidFill>
                <a:latin typeface="Consolas"/>
                <a:cs typeface="Consolas"/>
              </a:rPr>
              <a:t>Exit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18252A"/>
                </a:solidFill>
                <a:latin typeface="Consolas"/>
                <a:cs typeface="Consolas"/>
              </a:rPr>
              <a:t>Enter</a:t>
            </a:r>
            <a:r>
              <a:rPr sz="1800" spc="-30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18252A"/>
                </a:solidFill>
                <a:latin typeface="Consolas"/>
                <a:cs typeface="Consolas"/>
              </a:rPr>
              <a:t>your</a:t>
            </a:r>
            <a:r>
              <a:rPr sz="1800" spc="-30" dirty="0">
                <a:solidFill>
                  <a:srgbClr val="18252A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18252A"/>
                </a:solidFill>
                <a:latin typeface="Consolas"/>
                <a:cs typeface="Consolas"/>
              </a:rPr>
              <a:t>choice: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53150" y="1190497"/>
            <a:ext cx="5291455" cy="2043430"/>
            <a:chOff x="6153150" y="1190497"/>
            <a:chExt cx="5291455" cy="204343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53150" y="1190497"/>
              <a:ext cx="5291201" cy="20431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219825" y="1238249"/>
              <a:ext cx="5162550" cy="1914525"/>
            </a:xfrm>
            <a:custGeom>
              <a:avLst/>
              <a:gdLst/>
              <a:ahLst/>
              <a:cxnLst/>
              <a:rect l="l" t="t" r="r" b="b"/>
              <a:pathLst>
                <a:path w="5162550" h="1914525">
                  <a:moveTo>
                    <a:pt x="4843399" y="0"/>
                  </a:moveTo>
                  <a:lnTo>
                    <a:pt x="319150" y="0"/>
                  </a:lnTo>
                  <a:lnTo>
                    <a:pt x="271986" y="3460"/>
                  </a:lnTo>
                  <a:lnTo>
                    <a:pt x="226970" y="13511"/>
                  </a:lnTo>
                  <a:lnTo>
                    <a:pt x="184599" y="29660"/>
                  </a:lnTo>
                  <a:lnTo>
                    <a:pt x="145363" y="51413"/>
                  </a:lnTo>
                  <a:lnTo>
                    <a:pt x="109758" y="78277"/>
                  </a:lnTo>
                  <a:lnTo>
                    <a:pt x="78277" y="109758"/>
                  </a:lnTo>
                  <a:lnTo>
                    <a:pt x="51413" y="145363"/>
                  </a:lnTo>
                  <a:lnTo>
                    <a:pt x="29660" y="184599"/>
                  </a:lnTo>
                  <a:lnTo>
                    <a:pt x="13511" y="226970"/>
                  </a:lnTo>
                  <a:lnTo>
                    <a:pt x="3460" y="271986"/>
                  </a:lnTo>
                  <a:lnTo>
                    <a:pt x="0" y="319150"/>
                  </a:lnTo>
                  <a:lnTo>
                    <a:pt x="0" y="1595374"/>
                  </a:lnTo>
                  <a:lnTo>
                    <a:pt x="3460" y="1642538"/>
                  </a:lnTo>
                  <a:lnTo>
                    <a:pt x="13511" y="1687554"/>
                  </a:lnTo>
                  <a:lnTo>
                    <a:pt x="29660" y="1729925"/>
                  </a:lnTo>
                  <a:lnTo>
                    <a:pt x="51413" y="1769161"/>
                  </a:lnTo>
                  <a:lnTo>
                    <a:pt x="78277" y="1804766"/>
                  </a:lnTo>
                  <a:lnTo>
                    <a:pt x="109758" y="1836247"/>
                  </a:lnTo>
                  <a:lnTo>
                    <a:pt x="145363" y="1863111"/>
                  </a:lnTo>
                  <a:lnTo>
                    <a:pt x="184599" y="1884864"/>
                  </a:lnTo>
                  <a:lnTo>
                    <a:pt x="226970" y="1901013"/>
                  </a:lnTo>
                  <a:lnTo>
                    <a:pt x="271986" y="1911064"/>
                  </a:lnTo>
                  <a:lnTo>
                    <a:pt x="319150" y="1914525"/>
                  </a:lnTo>
                  <a:lnTo>
                    <a:pt x="4843399" y="1914525"/>
                  </a:lnTo>
                  <a:lnTo>
                    <a:pt x="4890563" y="1911064"/>
                  </a:lnTo>
                  <a:lnTo>
                    <a:pt x="4935579" y="1901013"/>
                  </a:lnTo>
                  <a:lnTo>
                    <a:pt x="4977950" y="1884864"/>
                  </a:lnTo>
                  <a:lnTo>
                    <a:pt x="5017186" y="1863111"/>
                  </a:lnTo>
                  <a:lnTo>
                    <a:pt x="5052791" y="1836247"/>
                  </a:lnTo>
                  <a:lnTo>
                    <a:pt x="5084272" y="1804766"/>
                  </a:lnTo>
                  <a:lnTo>
                    <a:pt x="5111136" y="1769161"/>
                  </a:lnTo>
                  <a:lnTo>
                    <a:pt x="5132889" y="1729925"/>
                  </a:lnTo>
                  <a:lnTo>
                    <a:pt x="5149038" y="1687554"/>
                  </a:lnTo>
                  <a:lnTo>
                    <a:pt x="5159089" y="1642538"/>
                  </a:lnTo>
                  <a:lnTo>
                    <a:pt x="5162550" y="1595374"/>
                  </a:lnTo>
                  <a:lnTo>
                    <a:pt x="5162550" y="319150"/>
                  </a:lnTo>
                  <a:lnTo>
                    <a:pt x="5159089" y="271986"/>
                  </a:lnTo>
                  <a:lnTo>
                    <a:pt x="5149038" y="226970"/>
                  </a:lnTo>
                  <a:lnTo>
                    <a:pt x="5132889" y="184599"/>
                  </a:lnTo>
                  <a:lnTo>
                    <a:pt x="5111136" y="145363"/>
                  </a:lnTo>
                  <a:lnTo>
                    <a:pt x="5084272" y="109758"/>
                  </a:lnTo>
                  <a:lnTo>
                    <a:pt x="5052791" y="78277"/>
                  </a:lnTo>
                  <a:lnTo>
                    <a:pt x="5017186" y="51413"/>
                  </a:lnTo>
                  <a:lnTo>
                    <a:pt x="4977950" y="29660"/>
                  </a:lnTo>
                  <a:lnTo>
                    <a:pt x="4935579" y="13511"/>
                  </a:lnTo>
                  <a:lnTo>
                    <a:pt x="4890563" y="3460"/>
                  </a:lnTo>
                  <a:lnTo>
                    <a:pt x="4843399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19825" y="1238249"/>
              <a:ext cx="5162550" cy="1914525"/>
            </a:xfrm>
            <a:custGeom>
              <a:avLst/>
              <a:gdLst/>
              <a:ahLst/>
              <a:cxnLst/>
              <a:rect l="l" t="t" r="r" b="b"/>
              <a:pathLst>
                <a:path w="5162550" h="1914525">
                  <a:moveTo>
                    <a:pt x="0" y="319150"/>
                  </a:moveTo>
                  <a:lnTo>
                    <a:pt x="3460" y="271986"/>
                  </a:lnTo>
                  <a:lnTo>
                    <a:pt x="13511" y="226970"/>
                  </a:lnTo>
                  <a:lnTo>
                    <a:pt x="29660" y="184599"/>
                  </a:lnTo>
                  <a:lnTo>
                    <a:pt x="51413" y="145363"/>
                  </a:lnTo>
                  <a:lnTo>
                    <a:pt x="78277" y="109758"/>
                  </a:lnTo>
                  <a:lnTo>
                    <a:pt x="109758" y="78277"/>
                  </a:lnTo>
                  <a:lnTo>
                    <a:pt x="145363" y="51413"/>
                  </a:lnTo>
                  <a:lnTo>
                    <a:pt x="184599" y="29660"/>
                  </a:lnTo>
                  <a:lnTo>
                    <a:pt x="226970" y="13511"/>
                  </a:lnTo>
                  <a:lnTo>
                    <a:pt x="271986" y="3460"/>
                  </a:lnTo>
                  <a:lnTo>
                    <a:pt x="319150" y="0"/>
                  </a:lnTo>
                  <a:lnTo>
                    <a:pt x="4843399" y="0"/>
                  </a:lnTo>
                  <a:lnTo>
                    <a:pt x="4890563" y="3460"/>
                  </a:lnTo>
                  <a:lnTo>
                    <a:pt x="4935579" y="13511"/>
                  </a:lnTo>
                  <a:lnTo>
                    <a:pt x="4977950" y="29660"/>
                  </a:lnTo>
                  <a:lnTo>
                    <a:pt x="5017186" y="51413"/>
                  </a:lnTo>
                  <a:lnTo>
                    <a:pt x="5052791" y="78277"/>
                  </a:lnTo>
                  <a:lnTo>
                    <a:pt x="5084272" y="109758"/>
                  </a:lnTo>
                  <a:lnTo>
                    <a:pt x="5111136" y="145363"/>
                  </a:lnTo>
                  <a:lnTo>
                    <a:pt x="5132889" y="184599"/>
                  </a:lnTo>
                  <a:lnTo>
                    <a:pt x="5149038" y="226970"/>
                  </a:lnTo>
                  <a:lnTo>
                    <a:pt x="5159089" y="271986"/>
                  </a:lnTo>
                  <a:lnTo>
                    <a:pt x="5162550" y="319150"/>
                  </a:lnTo>
                  <a:lnTo>
                    <a:pt x="5162550" y="1595374"/>
                  </a:lnTo>
                  <a:lnTo>
                    <a:pt x="5159089" y="1642538"/>
                  </a:lnTo>
                  <a:lnTo>
                    <a:pt x="5149038" y="1687554"/>
                  </a:lnTo>
                  <a:lnTo>
                    <a:pt x="5132889" y="1729925"/>
                  </a:lnTo>
                  <a:lnTo>
                    <a:pt x="5111136" y="1769161"/>
                  </a:lnTo>
                  <a:lnTo>
                    <a:pt x="5084272" y="1804766"/>
                  </a:lnTo>
                  <a:lnTo>
                    <a:pt x="5052791" y="1836247"/>
                  </a:lnTo>
                  <a:lnTo>
                    <a:pt x="5017186" y="1863111"/>
                  </a:lnTo>
                  <a:lnTo>
                    <a:pt x="4977950" y="1884864"/>
                  </a:lnTo>
                  <a:lnTo>
                    <a:pt x="4935579" y="1901013"/>
                  </a:lnTo>
                  <a:lnTo>
                    <a:pt x="4890563" y="1911064"/>
                  </a:lnTo>
                  <a:lnTo>
                    <a:pt x="4843399" y="1914525"/>
                  </a:lnTo>
                  <a:lnTo>
                    <a:pt x="319150" y="1914525"/>
                  </a:lnTo>
                  <a:lnTo>
                    <a:pt x="271986" y="1911064"/>
                  </a:lnTo>
                  <a:lnTo>
                    <a:pt x="226970" y="1901013"/>
                  </a:lnTo>
                  <a:lnTo>
                    <a:pt x="184599" y="1884864"/>
                  </a:lnTo>
                  <a:lnTo>
                    <a:pt x="145363" y="1863111"/>
                  </a:lnTo>
                  <a:lnTo>
                    <a:pt x="109758" y="1836247"/>
                  </a:lnTo>
                  <a:lnTo>
                    <a:pt x="78277" y="1804766"/>
                  </a:lnTo>
                  <a:lnTo>
                    <a:pt x="51413" y="1769161"/>
                  </a:lnTo>
                  <a:lnTo>
                    <a:pt x="29660" y="1729925"/>
                  </a:lnTo>
                  <a:lnTo>
                    <a:pt x="13511" y="1687554"/>
                  </a:lnTo>
                  <a:lnTo>
                    <a:pt x="3460" y="1642538"/>
                  </a:lnTo>
                  <a:lnTo>
                    <a:pt x="0" y="1595374"/>
                  </a:lnTo>
                  <a:lnTo>
                    <a:pt x="0" y="319150"/>
                  </a:lnTo>
                  <a:close/>
                </a:path>
              </a:pathLst>
            </a:custGeom>
            <a:ln w="19050">
              <a:solidFill>
                <a:srgbClr val="85AA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466204" y="1360106"/>
            <a:ext cx="4338955" cy="113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37BD"/>
                </a:solidFill>
                <a:latin typeface="Aptos Display"/>
                <a:cs typeface="Aptos Display"/>
              </a:rPr>
              <a:t>Why</a:t>
            </a:r>
            <a:r>
              <a:rPr sz="1800" b="1" spc="-15" dirty="0">
                <a:solidFill>
                  <a:srgbClr val="1F37BD"/>
                </a:solidFill>
                <a:latin typeface="Aptos Display"/>
                <a:cs typeface="Aptos Display"/>
              </a:rPr>
              <a:t> </a:t>
            </a:r>
            <a:r>
              <a:rPr sz="1800" b="1" spc="-10" dirty="0">
                <a:solidFill>
                  <a:srgbClr val="1F37BD"/>
                </a:solidFill>
                <a:latin typeface="Aptos Display"/>
                <a:cs typeface="Aptos Display"/>
              </a:rPr>
              <a:t>Menu-Driven?</a:t>
            </a:r>
            <a:endParaRPr sz="1800">
              <a:latin typeface="Aptos Display"/>
              <a:cs typeface="Aptos Display"/>
            </a:endParaRPr>
          </a:p>
          <a:p>
            <a:pPr marL="12700" marR="5080">
              <a:lnSpc>
                <a:spcPct val="100600"/>
              </a:lnSpc>
              <a:spcBef>
                <a:spcPts val="1460"/>
              </a:spcBef>
            </a:pP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It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 gives</a:t>
            </a: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the user</a:t>
            </a:r>
            <a:r>
              <a:rPr sz="1400" spc="-3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</a:t>
            </a:r>
            <a:r>
              <a:rPr sz="1400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clear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and</a:t>
            </a:r>
            <a:r>
              <a:rPr sz="1400" spc="-5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interactive</a:t>
            </a:r>
            <a:r>
              <a:rPr sz="1400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way</a:t>
            </a:r>
            <a:r>
              <a:rPr sz="1400" spc="3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to</a:t>
            </a:r>
            <a:r>
              <a:rPr sz="1400" spc="-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select operations</a:t>
            </a:r>
            <a:r>
              <a:rPr sz="1400" spc="-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without</a:t>
            </a:r>
            <a:r>
              <a:rPr sz="1400" spc="-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needing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to</a:t>
            </a:r>
            <a:r>
              <a:rPr sz="1400" spc="-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know</a:t>
            </a:r>
            <a:r>
              <a:rPr sz="1400" spc="-5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the</a:t>
            </a:r>
            <a:r>
              <a:rPr sz="1400" spc="-7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internal</a:t>
            </a:r>
            <a:r>
              <a:rPr sz="1400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program logic.</a:t>
            </a:r>
            <a:endParaRPr sz="1400">
              <a:latin typeface="Aptos"/>
              <a:cs typeface="Apto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53150" y="3381311"/>
            <a:ext cx="5291455" cy="2319655"/>
            <a:chOff x="6153150" y="3381311"/>
            <a:chExt cx="5291455" cy="231965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53150" y="3381311"/>
              <a:ext cx="5291201" cy="231940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219825" y="3428999"/>
              <a:ext cx="5162550" cy="2190750"/>
            </a:xfrm>
            <a:custGeom>
              <a:avLst/>
              <a:gdLst/>
              <a:ahLst/>
              <a:cxnLst/>
              <a:rect l="l" t="t" r="r" b="b"/>
              <a:pathLst>
                <a:path w="5162550" h="2190750">
                  <a:moveTo>
                    <a:pt x="4797425" y="0"/>
                  </a:moveTo>
                  <a:lnTo>
                    <a:pt x="365125" y="0"/>
                  </a:lnTo>
                  <a:lnTo>
                    <a:pt x="315574" y="3332"/>
                  </a:lnTo>
                  <a:lnTo>
                    <a:pt x="268052" y="13041"/>
                  </a:lnTo>
                  <a:lnTo>
                    <a:pt x="222992" y="28690"/>
                  </a:lnTo>
                  <a:lnTo>
                    <a:pt x="180829" y="49845"/>
                  </a:lnTo>
                  <a:lnTo>
                    <a:pt x="141998" y="76071"/>
                  </a:lnTo>
                  <a:lnTo>
                    <a:pt x="106933" y="106934"/>
                  </a:lnTo>
                  <a:lnTo>
                    <a:pt x="76071" y="141998"/>
                  </a:lnTo>
                  <a:lnTo>
                    <a:pt x="49845" y="180829"/>
                  </a:lnTo>
                  <a:lnTo>
                    <a:pt x="28690" y="222992"/>
                  </a:lnTo>
                  <a:lnTo>
                    <a:pt x="13041" y="268052"/>
                  </a:lnTo>
                  <a:lnTo>
                    <a:pt x="3332" y="315574"/>
                  </a:lnTo>
                  <a:lnTo>
                    <a:pt x="0" y="365125"/>
                  </a:lnTo>
                  <a:lnTo>
                    <a:pt x="0" y="1825625"/>
                  </a:lnTo>
                  <a:lnTo>
                    <a:pt x="3332" y="1875175"/>
                  </a:lnTo>
                  <a:lnTo>
                    <a:pt x="13041" y="1922697"/>
                  </a:lnTo>
                  <a:lnTo>
                    <a:pt x="28690" y="1967757"/>
                  </a:lnTo>
                  <a:lnTo>
                    <a:pt x="49845" y="2009920"/>
                  </a:lnTo>
                  <a:lnTo>
                    <a:pt x="76071" y="2048751"/>
                  </a:lnTo>
                  <a:lnTo>
                    <a:pt x="106933" y="2083815"/>
                  </a:lnTo>
                  <a:lnTo>
                    <a:pt x="141998" y="2114678"/>
                  </a:lnTo>
                  <a:lnTo>
                    <a:pt x="180829" y="2140904"/>
                  </a:lnTo>
                  <a:lnTo>
                    <a:pt x="222992" y="2162059"/>
                  </a:lnTo>
                  <a:lnTo>
                    <a:pt x="268052" y="2177708"/>
                  </a:lnTo>
                  <a:lnTo>
                    <a:pt x="315574" y="2187417"/>
                  </a:lnTo>
                  <a:lnTo>
                    <a:pt x="365125" y="2190750"/>
                  </a:lnTo>
                  <a:lnTo>
                    <a:pt x="4797425" y="2190750"/>
                  </a:lnTo>
                  <a:lnTo>
                    <a:pt x="4846975" y="2187417"/>
                  </a:lnTo>
                  <a:lnTo>
                    <a:pt x="4894497" y="2177708"/>
                  </a:lnTo>
                  <a:lnTo>
                    <a:pt x="4939557" y="2162059"/>
                  </a:lnTo>
                  <a:lnTo>
                    <a:pt x="4981720" y="2140904"/>
                  </a:lnTo>
                  <a:lnTo>
                    <a:pt x="5020551" y="2114678"/>
                  </a:lnTo>
                  <a:lnTo>
                    <a:pt x="5055616" y="2083815"/>
                  </a:lnTo>
                  <a:lnTo>
                    <a:pt x="5086478" y="2048751"/>
                  </a:lnTo>
                  <a:lnTo>
                    <a:pt x="5112704" y="2009920"/>
                  </a:lnTo>
                  <a:lnTo>
                    <a:pt x="5133859" y="1967757"/>
                  </a:lnTo>
                  <a:lnTo>
                    <a:pt x="5149508" y="1922697"/>
                  </a:lnTo>
                  <a:lnTo>
                    <a:pt x="5159217" y="1875175"/>
                  </a:lnTo>
                  <a:lnTo>
                    <a:pt x="5162550" y="1825625"/>
                  </a:lnTo>
                  <a:lnTo>
                    <a:pt x="5162550" y="365125"/>
                  </a:lnTo>
                  <a:lnTo>
                    <a:pt x="5159217" y="315574"/>
                  </a:lnTo>
                  <a:lnTo>
                    <a:pt x="5149508" y="268052"/>
                  </a:lnTo>
                  <a:lnTo>
                    <a:pt x="5133859" y="222992"/>
                  </a:lnTo>
                  <a:lnTo>
                    <a:pt x="5112704" y="180829"/>
                  </a:lnTo>
                  <a:lnTo>
                    <a:pt x="5086478" y="141998"/>
                  </a:lnTo>
                  <a:lnTo>
                    <a:pt x="5055616" y="106933"/>
                  </a:lnTo>
                  <a:lnTo>
                    <a:pt x="5020551" y="76071"/>
                  </a:lnTo>
                  <a:lnTo>
                    <a:pt x="4981720" y="49845"/>
                  </a:lnTo>
                  <a:lnTo>
                    <a:pt x="4939557" y="28690"/>
                  </a:lnTo>
                  <a:lnTo>
                    <a:pt x="4894497" y="13041"/>
                  </a:lnTo>
                  <a:lnTo>
                    <a:pt x="4846975" y="3332"/>
                  </a:lnTo>
                  <a:lnTo>
                    <a:pt x="4797425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19825" y="3428999"/>
              <a:ext cx="5162550" cy="2190750"/>
            </a:xfrm>
            <a:custGeom>
              <a:avLst/>
              <a:gdLst/>
              <a:ahLst/>
              <a:cxnLst/>
              <a:rect l="l" t="t" r="r" b="b"/>
              <a:pathLst>
                <a:path w="5162550" h="2190750">
                  <a:moveTo>
                    <a:pt x="0" y="365125"/>
                  </a:moveTo>
                  <a:lnTo>
                    <a:pt x="3332" y="315574"/>
                  </a:lnTo>
                  <a:lnTo>
                    <a:pt x="13041" y="268052"/>
                  </a:lnTo>
                  <a:lnTo>
                    <a:pt x="28690" y="222992"/>
                  </a:lnTo>
                  <a:lnTo>
                    <a:pt x="49845" y="180829"/>
                  </a:lnTo>
                  <a:lnTo>
                    <a:pt x="76071" y="141998"/>
                  </a:lnTo>
                  <a:lnTo>
                    <a:pt x="106933" y="106934"/>
                  </a:lnTo>
                  <a:lnTo>
                    <a:pt x="141998" y="76071"/>
                  </a:lnTo>
                  <a:lnTo>
                    <a:pt x="180829" y="49845"/>
                  </a:lnTo>
                  <a:lnTo>
                    <a:pt x="222992" y="28690"/>
                  </a:lnTo>
                  <a:lnTo>
                    <a:pt x="268052" y="13041"/>
                  </a:lnTo>
                  <a:lnTo>
                    <a:pt x="315574" y="3332"/>
                  </a:lnTo>
                  <a:lnTo>
                    <a:pt x="365125" y="0"/>
                  </a:lnTo>
                  <a:lnTo>
                    <a:pt x="4797425" y="0"/>
                  </a:lnTo>
                  <a:lnTo>
                    <a:pt x="4846975" y="3332"/>
                  </a:lnTo>
                  <a:lnTo>
                    <a:pt x="4894497" y="13041"/>
                  </a:lnTo>
                  <a:lnTo>
                    <a:pt x="4939557" y="28690"/>
                  </a:lnTo>
                  <a:lnTo>
                    <a:pt x="4981720" y="49845"/>
                  </a:lnTo>
                  <a:lnTo>
                    <a:pt x="5020551" y="76071"/>
                  </a:lnTo>
                  <a:lnTo>
                    <a:pt x="5055616" y="106933"/>
                  </a:lnTo>
                  <a:lnTo>
                    <a:pt x="5086478" y="141998"/>
                  </a:lnTo>
                  <a:lnTo>
                    <a:pt x="5112704" y="180829"/>
                  </a:lnTo>
                  <a:lnTo>
                    <a:pt x="5133859" y="222992"/>
                  </a:lnTo>
                  <a:lnTo>
                    <a:pt x="5149508" y="268052"/>
                  </a:lnTo>
                  <a:lnTo>
                    <a:pt x="5159217" y="315574"/>
                  </a:lnTo>
                  <a:lnTo>
                    <a:pt x="5162550" y="365125"/>
                  </a:lnTo>
                  <a:lnTo>
                    <a:pt x="5162550" y="1825625"/>
                  </a:lnTo>
                  <a:lnTo>
                    <a:pt x="5159217" y="1875175"/>
                  </a:lnTo>
                  <a:lnTo>
                    <a:pt x="5149508" y="1922697"/>
                  </a:lnTo>
                  <a:lnTo>
                    <a:pt x="5133859" y="1967757"/>
                  </a:lnTo>
                  <a:lnTo>
                    <a:pt x="5112704" y="2009920"/>
                  </a:lnTo>
                  <a:lnTo>
                    <a:pt x="5086478" y="2048751"/>
                  </a:lnTo>
                  <a:lnTo>
                    <a:pt x="5055616" y="2083815"/>
                  </a:lnTo>
                  <a:lnTo>
                    <a:pt x="5020551" y="2114678"/>
                  </a:lnTo>
                  <a:lnTo>
                    <a:pt x="4981720" y="2140904"/>
                  </a:lnTo>
                  <a:lnTo>
                    <a:pt x="4939557" y="2162059"/>
                  </a:lnTo>
                  <a:lnTo>
                    <a:pt x="4894497" y="2177708"/>
                  </a:lnTo>
                  <a:lnTo>
                    <a:pt x="4846975" y="2187417"/>
                  </a:lnTo>
                  <a:lnTo>
                    <a:pt x="4797425" y="2190750"/>
                  </a:lnTo>
                  <a:lnTo>
                    <a:pt x="365125" y="2190750"/>
                  </a:lnTo>
                  <a:lnTo>
                    <a:pt x="315574" y="2187417"/>
                  </a:lnTo>
                  <a:lnTo>
                    <a:pt x="268052" y="2177708"/>
                  </a:lnTo>
                  <a:lnTo>
                    <a:pt x="222992" y="2162059"/>
                  </a:lnTo>
                  <a:lnTo>
                    <a:pt x="180829" y="2140904"/>
                  </a:lnTo>
                  <a:lnTo>
                    <a:pt x="141998" y="2114678"/>
                  </a:lnTo>
                  <a:lnTo>
                    <a:pt x="106933" y="2083815"/>
                  </a:lnTo>
                  <a:lnTo>
                    <a:pt x="76071" y="2048751"/>
                  </a:lnTo>
                  <a:lnTo>
                    <a:pt x="49845" y="2009920"/>
                  </a:lnTo>
                  <a:lnTo>
                    <a:pt x="28690" y="1967757"/>
                  </a:lnTo>
                  <a:lnTo>
                    <a:pt x="13041" y="1922697"/>
                  </a:lnTo>
                  <a:lnTo>
                    <a:pt x="3332" y="1875175"/>
                  </a:lnTo>
                  <a:lnTo>
                    <a:pt x="0" y="1825625"/>
                  </a:lnTo>
                  <a:lnTo>
                    <a:pt x="0" y="365125"/>
                  </a:lnTo>
                  <a:close/>
                </a:path>
              </a:pathLst>
            </a:custGeom>
            <a:ln w="19050">
              <a:solidFill>
                <a:srgbClr val="1F37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466204" y="3557587"/>
            <a:ext cx="4645660" cy="113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37BD"/>
                </a:solidFill>
                <a:latin typeface="Aptos Display"/>
                <a:cs typeface="Aptos Display"/>
              </a:rPr>
              <a:t>User</a:t>
            </a:r>
            <a:r>
              <a:rPr sz="1800" b="1" spc="-20" dirty="0">
                <a:solidFill>
                  <a:srgbClr val="1F37BD"/>
                </a:solidFill>
                <a:latin typeface="Aptos Display"/>
                <a:cs typeface="Aptos Display"/>
              </a:rPr>
              <a:t> Flow</a:t>
            </a:r>
            <a:endParaRPr sz="1800">
              <a:latin typeface="Aptos Display"/>
              <a:cs typeface="Aptos Display"/>
            </a:endParaRPr>
          </a:p>
          <a:p>
            <a:pPr marL="12700" marR="5080">
              <a:lnSpc>
                <a:spcPct val="100600"/>
              </a:lnSpc>
              <a:spcBef>
                <a:spcPts val="1460"/>
              </a:spcBef>
            </a:pP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Choose</a:t>
            </a:r>
            <a:r>
              <a:rPr sz="1400" spc="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an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operation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→</a:t>
            </a: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enter</a:t>
            </a:r>
            <a:r>
              <a:rPr sz="1400" spc="-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or</a:t>
            </a:r>
            <a:r>
              <a:rPr sz="1400" spc="-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select</a:t>
            </a:r>
            <a:r>
              <a:rPr sz="1400" spc="-7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contact</a:t>
            </a:r>
            <a:r>
              <a:rPr sz="1400" spc="-7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details</a:t>
            </a:r>
            <a:r>
              <a:rPr sz="1400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50" dirty="0">
                <a:solidFill>
                  <a:srgbClr val="18252A"/>
                </a:solidFill>
                <a:latin typeface="Aptos"/>
                <a:cs typeface="Aptos"/>
              </a:rPr>
              <a:t>→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perform</a:t>
            </a:r>
            <a:r>
              <a:rPr sz="1400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the</a:t>
            </a:r>
            <a:r>
              <a:rPr sz="1400" spc="-6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operation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→</a:t>
            </a: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save</a:t>
            </a:r>
            <a:r>
              <a:rPr sz="1400" spc="-6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the</a:t>
            </a:r>
            <a:r>
              <a:rPr sz="1400" spc="-6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updated</a:t>
            </a:r>
            <a:r>
              <a:rPr sz="1400" spc="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records</a:t>
            </a:r>
            <a:r>
              <a:rPr sz="1400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→</a:t>
            </a: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return</a:t>
            </a:r>
            <a:r>
              <a:rPr sz="1400" spc="5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to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menu.</a:t>
            </a:r>
            <a:endParaRPr sz="1400">
              <a:latin typeface="Aptos"/>
              <a:cs typeface="Apto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4775" y="6381750"/>
            <a:ext cx="11968480" cy="386080"/>
            <a:chOff x="104775" y="6381750"/>
            <a:chExt cx="11968480" cy="386080"/>
          </a:xfrm>
        </p:grpSpPr>
        <p:pic>
          <p:nvPicPr>
            <p:cNvPr id="4" name="object 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775" y="6381750"/>
              <a:ext cx="11968226" cy="3857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1925" y="6419850"/>
              <a:ext cx="11858625" cy="276225"/>
            </a:xfrm>
            <a:custGeom>
              <a:avLst/>
              <a:gdLst/>
              <a:ahLst/>
              <a:cxnLst/>
              <a:rect l="l" t="t" r="r" b="b"/>
              <a:pathLst>
                <a:path w="11858625" h="276225">
                  <a:moveTo>
                    <a:pt x="1185862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11858625" y="276225"/>
                  </a:lnTo>
                  <a:lnTo>
                    <a:pt x="11858625" y="0"/>
                  </a:lnTo>
                  <a:close/>
                </a:path>
              </a:pathLst>
            </a:custGeom>
            <a:solidFill>
              <a:srgbClr val="85AA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S.</a:t>
            </a:r>
            <a:r>
              <a:rPr spc="5" dirty="0"/>
              <a:t> </a:t>
            </a:r>
            <a:r>
              <a:rPr dirty="0"/>
              <a:t>B.</a:t>
            </a:r>
            <a:r>
              <a:rPr spc="10" dirty="0"/>
              <a:t> </a:t>
            </a:r>
            <a:r>
              <a:rPr dirty="0"/>
              <a:t>JAIN</a:t>
            </a:r>
            <a:r>
              <a:rPr spc="5" dirty="0"/>
              <a:t> </a:t>
            </a:r>
            <a:r>
              <a:rPr spc="-10" dirty="0"/>
              <a:t>INSTITUTE</a:t>
            </a:r>
            <a:r>
              <a:rPr spc="-1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10" dirty="0"/>
              <a:t>TECHNOLOGY</a:t>
            </a:r>
            <a:r>
              <a:rPr spc="5" dirty="0"/>
              <a:t> </a:t>
            </a:r>
            <a:r>
              <a:rPr spc="-10" dirty="0"/>
              <a:t>MANAGEMENT</a:t>
            </a:r>
            <a:r>
              <a:rPr spc="-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dirty="0"/>
              <a:t>RESEARCH,</a:t>
            </a:r>
            <a:r>
              <a:rPr spc="10" dirty="0"/>
              <a:t> </a:t>
            </a:r>
            <a:r>
              <a:rPr spc="-10" dirty="0"/>
              <a:t>NAGPUR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9.</a:t>
            </a:r>
            <a:r>
              <a:rPr spc="45" dirty="0"/>
              <a:t> </a:t>
            </a:r>
            <a:r>
              <a:rPr dirty="0"/>
              <a:t>GitHub</a:t>
            </a:r>
            <a:r>
              <a:rPr spc="15" dirty="0"/>
              <a:t> </a:t>
            </a:r>
            <a:r>
              <a:rPr dirty="0"/>
              <a:t>Workflow</a:t>
            </a:r>
            <a:r>
              <a:rPr spc="50" dirty="0"/>
              <a:t> </a:t>
            </a:r>
            <a:r>
              <a:rPr dirty="0"/>
              <a:t>&amp;</a:t>
            </a:r>
            <a:r>
              <a:rPr spc="75" dirty="0"/>
              <a:t> </a:t>
            </a:r>
            <a:r>
              <a:rPr spc="-10" dirty="0"/>
              <a:t>Collaboration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335" y="1130236"/>
            <a:ext cx="8403590" cy="2610485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70"/>
              </a:spcBef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Create</a:t>
            </a:r>
            <a:r>
              <a:rPr sz="2000" spc="-6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or</a:t>
            </a:r>
            <a:r>
              <a:rPr sz="2000" spc="-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use</a:t>
            </a:r>
            <a:r>
              <a:rPr sz="2000" spc="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a</a:t>
            </a:r>
            <a:r>
              <a:rPr sz="2000" spc="-6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GitHub</a:t>
            </a:r>
            <a:r>
              <a:rPr sz="2000" spc="-5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account</a:t>
            </a:r>
            <a:r>
              <a:rPr sz="2000" spc="-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for</a:t>
            </a:r>
            <a:r>
              <a:rPr sz="2000" spc="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the</a:t>
            </a:r>
            <a:r>
              <a:rPr sz="2000" spc="-6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project.</a:t>
            </a:r>
            <a:endParaRPr sz="2000">
              <a:latin typeface="Aptos"/>
              <a:cs typeface="Aptos"/>
            </a:endParaRPr>
          </a:p>
          <a:p>
            <a:pPr marL="184150" indent="-171450">
              <a:lnSpc>
                <a:spcPct val="100000"/>
              </a:lnSpc>
              <a:spcBef>
                <a:spcPts val="980"/>
              </a:spcBef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Create</a:t>
            </a:r>
            <a:r>
              <a:rPr sz="2000" spc="-7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a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meaningful</a:t>
            </a:r>
            <a:r>
              <a:rPr sz="2000" spc="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repository</a:t>
            </a:r>
            <a:r>
              <a:rPr sz="2000" spc="-7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for</a:t>
            </a:r>
            <a:r>
              <a:rPr sz="2000" spc="-5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the</a:t>
            </a:r>
            <a:r>
              <a:rPr sz="2000" spc="-6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Address</a:t>
            </a:r>
            <a:r>
              <a:rPr sz="2000" spc="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Book</a:t>
            </a:r>
            <a:r>
              <a:rPr sz="2000" spc="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application.</a:t>
            </a:r>
            <a:endParaRPr sz="2000">
              <a:latin typeface="Aptos"/>
              <a:cs typeface="Aptos"/>
            </a:endParaRPr>
          </a:p>
          <a:p>
            <a:pPr marL="184150" indent="-171450">
              <a:lnSpc>
                <a:spcPct val="100000"/>
              </a:lnSpc>
              <a:spcBef>
                <a:spcPts val="980"/>
              </a:spcBef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Upload the</a:t>
            </a:r>
            <a:r>
              <a:rPr sz="2000" spc="-7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Python</a:t>
            </a:r>
            <a:r>
              <a:rPr sz="2000" spc="-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source</a:t>
            </a:r>
            <a:r>
              <a:rPr sz="2000" spc="-7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code</a:t>
            </a:r>
            <a:r>
              <a:rPr sz="2000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and</a:t>
            </a:r>
            <a:r>
              <a:rPr sz="2000" spc="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supporting</a:t>
            </a:r>
            <a:r>
              <a:rPr sz="2000" spc="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files.</a:t>
            </a:r>
            <a:endParaRPr sz="2000">
              <a:latin typeface="Aptos"/>
              <a:cs typeface="Aptos"/>
            </a:endParaRPr>
          </a:p>
          <a:p>
            <a:pPr marL="184150" indent="-171450">
              <a:lnSpc>
                <a:spcPct val="100000"/>
              </a:lnSpc>
              <a:spcBef>
                <a:spcPts val="1055"/>
              </a:spcBef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Use 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meaningful</a:t>
            </a:r>
            <a:r>
              <a:rPr sz="2000" spc="-6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commits</a:t>
            </a:r>
            <a:r>
              <a:rPr sz="2000" spc="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to</a:t>
            </a:r>
            <a:r>
              <a:rPr sz="2000" spc="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record</a:t>
            </a:r>
            <a:r>
              <a:rPr sz="2000" spc="-6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each</a:t>
            </a:r>
            <a:r>
              <a:rPr sz="2000" spc="-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major</a:t>
            </a:r>
            <a:r>
              <a:rPr sz="2000" spc="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improvement.</a:t>
            </a:r>
            <a:endParaRPr sz="2000">
              <a:latin typeface="Aptos"/>
              <a:cs typeface="Aptos"/>
            </a:endParaRPr>
          </a:p>
          <a:p>
            <a:pPr marL="184150" indent="-171450">
              <a:lnSpc>
                <a:spcPct val="100000"/>
              </a:lnSpc>
              <a:spcBef>
                <a:spcPts val="980"/>
              </a:spcBef>
              <a:buChar char="•"/>
              <a:tabLst>
                <a:tab pos="184150" algn="l"/>
              </a:tabLst>
            </a:pP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Collaborate</a:t>
            </a:r>
            <a:r>
              <a:rPr sz="2000" spc="-6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by</a:t>
            </a:r>
            <a:r>
              <a:rPr sz="2000" spc="-6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sharing</a:t>
            </a:r>
            <a:r>
              <a:rPr sz="2000" spc="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the</a:t>
            </a:r>
            <a:r>
              <a:rPr sz="2000" spc="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repository</a:t>
            </a:r>
            <a:r>
              <a:rPr sz="2000" spc="-6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and</a:t>
            </a:r>
            <a:r>
              <a:rPr sz="2000" spc="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coordinating</a:t>
            </a:r>
            <a:r>
              <a:rPr sz="2000" spc="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changes.</a:t>
            </a:r>
            <a:endParaRPr sz="2000">
              <a:latin typeface="Aptos"/>
              <a:cs typeface="Aptos"/>
            </a:endParaRPr>
          </a:p>
          <a:p>
            <a:pPr marL="184150" indent="-171450">
              <a:lnSpc>
                <a:spcPct val="100000"/>
              </a:lnSpc>
              <a:spcBef>
                <a:spcPts val="980"/>
              </a:spcBef>
              <a:buChar char="•"/>
              <a:tabLst>
                <a:tab pos="184150" algn="l"/>
              </a:tabLst>
            </a:pP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Show</a:t>
            </a:r>
            <a:r>
              <a:rPr sz="2000" spc="-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individual</a:t>
            </a:r>
            <a:r>
              <a:rPr sz="2000" spc="-5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contribution</a:t>
            </a:r>
            <a:r>
              <a:rPr sz="2000" spc="-5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clearly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 through</a:t>
            </a:r>
            <a:r>
              <a:rPr sz="2000" spc="-5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commits</a:t>
            </a:r>
            <a:r>
              <a:rPr sz="2000" spc="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and</a:t>
            </a:r>
            <a:r>
              <a:rPr sz="2000" spc="-7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dirty="0">
                <a:solidFill>
                  <a:srgbClr val="18252A"/>
                </a:solidFill>
                <a:latin typeface="Aptos"/>
                <a:cs typeface="Aptos"/>
              </a:rPr>
              <a:t>work</a:t>
            </a:r>
            <a:r>
              <a:rPr sz="2000" spc="-6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2000" spc="-10" dirty="0">
                <a:solidFill>
                  <a:srgbClr val="18252A"/>
                </a:solidFill>
                <a:latin typeface="Aptos"/>
                <a:cs typeface="Aptos"/>
              </a:rPr>
              <a:t>completed.</a:t>
            </a:r>
            <a:endParaRPr sz="2000">
              <a:latin typeface="Aptos"/>
              <a:cs typeface="Apto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524750" y="4200652"/>
            <a:ext cx="3691254" cy="1319530"/>
            <a:chOff x="7524750" y="4200652"/>
            <a:chExt cx="3691254" cy="131953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24750" y="4200652"/>
              <a:ext cx="3691001" cy="131914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591425" y="4248150"/>
              <a:ext cx="3562350" cy="1190625"/>
            </a:xfrm>
            <a:custGeom>
              <a:avLst/>
              <a:gdLst/>
              <a:ahLst/>
              <a:cxnLst/>
              <a:rect l="l" t="t" r="r" b="b"/>
              <a:pathLst>
                <a:path w="3562350" h="1190625">
                  <a:moveTo>
                    <a:pt x="3363849" y="0"/>
                  </a:moveTo>
                  <a:lnTo>
                    <a:pt x="198500" y="0"/>
                  </a:lnTo>
                  <a:lnTo>
                    <a:pt x="152995" y="5244"/>
                  </a:lnTo>
                  <a:lnTo>
                    <a:pt x="111217" y="20180"/>
                  </a:lnTo>
                  <a:lnTo>
                    <a:pt x="74360" y="43617"/>
                  </a:lnTo>
                  <a:lnTo>
                    <a:pt x="43617" y="74360"/>
                  </a:lnTo>
                  <a:lnTo>
                    <a:pt x="20180" y="111217"/>
                  </a:lnTo>
                  <a:lnTo>
                    <a:pt x="5244" y="152995"/>
                  </a:lnTo>
                  <a:lnTo>
                    <a:pt x="0" y="198500"/>
                  </a:lnTo>
                  <a:lnTo>
                    <a:pt x="0" y="992124"/>
                  </a:lnTo>
                  <a:lnTo>
                    <a:pt x="5244" y="1037629"/>
                  </a:lnTo>
                  <a:lnTo>
                    <a:pt x="20180" y="1079407"/>
                  </a:lnTo>
                  <a:lnTo>
                    <a:pt x="43617" y="1116264"/>
                  </a:lnTo>
                  <a:lnTo>
                    <a:pt x="74360" y="1147007"/>
                  </a:lnTo>
                  <a:lnTo>
                    <a:pt x="111217" y="1170444"/>
                  </a:lnTo>
                  <a:lnTo>
                    <a:pt x="152995" y="1185380"/>
                  </a:lnTo>
                  <a:lnTo>
                    <a:pt x="198500" y="1190625"/>
                  </a:lnTo>
                  <a:lnTo>
                    <a:pt x="3363849" y="1190625"/>
                  </a:lnTo>
                  <a:lnTo>
                    <a:pt x="3409354" y="1185380"/>
                  </a:lnTo>
                  <a:lnTo>
                    <a:pt x="3451132" y="1170444"/>
                  </a:lnTo>
                  <a:lnTo>
                    <a:pt x="3487989" y="1147007"/>
                  </a:lnTo>
                  <a:lnTo>
                    <a:pt x="3518732" y="1116264"/>
                  </a:lnTo>
                  <a:lnTo>
                    <a:pt x="3542169" y="1079407"/>
                  </a:lnTo>
                  <a:lnTo>
                    <a:pt x="3557105" y="1037629"/>
                  </a:lnTo>
                  <a:lnTo>
                    <a:pt x="3562350" y="992124"/>
                  </a:lnTo>
                  <a:lnTo>
                    <a:pt x="3562350" y="198500"/>
                  </a:lnTo>
                  <a:lnTo>
                    <a:pt x="3557105" y="152995"/>
                  </a:lnTo>
                  <a:lnTo>
                    <a:pt x="3542169" y="111217"/>
                  </a:lnTo>
                  <a:lnTo>
                    <a:pt x="3518732" y="74360"/>
                  </a:lnTo>
                  <a:lnTo>
                    <a:pt x="3487989" y="43617"/>
                  </a:lnTo>
                  <a:lnTo>
                    <a:pt x="3451132" y="20180"/>
                  </a:lnTo>
                  <a:lnTo>
                    <a:pt x="3409354" y="5244"/>
                  </a:lnTo>
                  <a:lnTo>
                    <a:pt x="3363849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91425" y="4248150"/>
              <a:ext cx="3562350" cy="1190625"/>
            </a:xfrm>
            <a:custGeom>
              <a:avLst/>
              <a:gdLst/>
              <a:ahLst/>
              <a:cxnLst/>
              <a:rect l="l" t="t" r="r" b="b"/>
              <a:pathLst>
                <a:path w="3562350" h="1190625">
                  <a:moveTo>
                    <a:pt x="0" y="198500"/>
                  </a:moveTo>
                  <a:lnTo>
                    <a:pt x="5244" y="152995"/>
                  </a:lnTo>
                  <a:lnTo>
                    <a:pt x="20180" y="111217"/>
                  </a:lnTo>
                  <a:lnTo>
                    <a:pt x="43617" y="74360"/>
                  </a:lnTo>
                  <a:lnTo>
                    <a:pt x="74360" y="43617"/>
                  </a:lnTo>
                  <a:lnTo>
                    <a:pt x="111217" y="20180"/>
                  </a:lnTo>
                  <a:lnTo>
                    <a:pt x="152995" y="5244"/>
                  </a:lnTo>
                  <a:lnTo>
                    <a:pt x="198500" y="0"/>
                  </a:lnTo>
                  <a:lnTo>
                    <a:pt x="3363849" y="0"/>
                  </a:lnTo>
                  <a:lnTo>
                    <a:pt x="3409354" y="5244"/>
                  </a:lnTo>
                  <a:lnTo>
                    <a:pt x="3451132" y="20180"/>
                  </a:lnTo>
                  <a:lnTo>
                    <a:pt x="3487989" y="43617"/>
                  </a:lnTo>
                  <a:lnTo>
                    <a:pt x="3518732" y="74360"/>
                  </a:lnTo>
                  <a:lnTo>
                    <a:pt x="3542169" y="111217"/>
                  </a:lnTo>
                  <a:lnTo>
                    <a:pt x="3557105" y="152995"/>
                  </a:lnTo>
                  <a:lnTo>
                    <a:pt x="3562350" y="198500"/>
                  </a:lnTo>
                  <a:lnTo>
                    <a:pt x="3562350" y="992124"/>
                  </a:lnTo>
                  <a:lnTo>
                    <a:pt x="3557105" y="1037629"/>
                  </a:lnTo>
                  <a:lnTo>
                    <a:pt x="3542169" y="1079407"/>
                  </a:lnTo>
                  <a:lnTo>
                    <a:pt x="3518732" y="1116264"/>
                  </a:lnTo>
                  <a:lnTo>
                    <a:pt x="3487989" y="1147007"/>
                  </a:lnTo>
                  <a:lnTo>
                    <a:pt x="3451132" y="1170444"/>
                  </a:lnTo>
                  <a:lnTo>
                    <a:pt x="3409354" y="1185380"/>
                  </a:lnTo>
                  <a:lnTo>
                    <a:pt x="3363849" y="1190625"/>
                  </a:lnTo>
                  <a:lnTo>
                    <a:pt x="198500" y="1190625"/>
                  </a:lnTo>
                  <a:lnTo>
                    <a:pt x="152995" y="1185380"/>
                  </a:lnTo>
                  <a:lnTo>
                    <a:pt x="111217" y="1170444"/>
                  </a:lnTo>
                  <a:lnTo>
                    <a:pt x="74360" y="1147007"/>
                  </a:lnTo>
                  <a:lnTo>
                    <a:pt x="43617" y="1116264"/>
                  </a:lnTo>
                  <a:lnTo>
                    <a:pt x="20180" y="1079407"/>
                  </a:lnTo>
                  <a:lnTo>
                    <a:pt x="5244" y="1037629"/>
                  </a:lnTo>
                  <a:lnTo>
                    <a:pt x="0" y="992124"/>
                  </a:lnTo>
                  <a:lnTo>
                    <a:pt x="0" y="198500"/>
                  </a:lnTo>
                  <a:close/>
                </a:path>
              </a:pathLst>
            </a:custGeom>
            <a:ln w="19050">
              <a:solidFill>
                <a:srgbClr val="85AA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838693" y="4381817"/>
            <a:ext cx="2700655" cy="920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37BD"/>
                </a:solidFill>
                <a:latin typeface="Aptos Display"/>
                <a:cs typeface="Aptos Display"/>
              </a:rPr>
              <a:t>Example</a:t>
            </a:r>
            <a:r>
              <a:rPr sz="1800" b="1" spc="-10" dirty="0">
                <a:solidFill>
                  <a:srgbClr val="1F37BD"/>
                </a:solidFill>
                <a:latin typeface="Aptos Display"/>
                <a:cs typeface="Aptos Display"/>
              </a:rPr>
              <a:t> Commit</a:t>
            </a:r>
            <a:endParaRPr sz="1800">
              <a:latin typeface="Aptos Display"/>
              <a:cs typeface="Aptos Display"/>
            </a:endParaRPr>
          </a:p>
          <a:p>
            <a:pPr marL="12700" marR="5080">
              <a:lnSpc>
                <a:spcPct val="102899"/>
              </a:lnSpc>
              <a:spcBef>
                <a:spcPts val="1420"/>
              </a:spcBef>
            </a:pP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“Added</a:t>
            </a:r>
            <a:r>
              <a:rPr sz="1400" spc="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search</a:t>
            </a:r>
            <a:r>
              <a:rPr sz="1400" spc="-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and</a:t>
            </a:r>
            <a:r>
              <a:rPr sz="1400" spc="-5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update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 contact functions”</a:t>
            </a:r>
            <a:endParaRPr sz="1400">
              <a:latin typeface="Aptos"/>
              <a:cs typeface="Apto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4775" y="6381750"/>
            <a:ext cx="11968480" cy="386080"/>
            <a:chOff x="104775" y="6381750"/>
            <a:chExt cx="11968480" cy="38608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775" y="6381750"/>
              <a:ext cx="11968226" cy="3857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1925" y="6419850"/>
              <a:ext cx="11858625" cy="276225"/>
            </a:xfrm>
            <a:custGeom>
              <a:avLst/>
              <a:gdLst/>
              <a:ahLst/>
              <a:cxnLst/>
              <a:rect l="l" t="t" r="r" b="b"/>
              <a:pathLst>
                <a:path w="11858625" h="276225">
                  <a:moveTo>
                    <a:pt x="1185862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11858625" y="276225"/>
                  </a:lnTo>
                  <a:lnTo>
                    <a:pt x="11858625" y="0"/>
                  </a:lnTo>
                  <a:close/>
                </a:path>
              </a:pathLst>
            </a:custGeom>
            <a:solidFill>
              <a:srgbClr val="85AA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S.</a:t>
            </a:r>
            <a:r>
              <a:rPr spc="5" dirty="0"/>
              <a:t> </a:t>
            </a:r>
            <a:r>
              <a:rPr dirty="0"/>
              <a:t>B.</a:t>
            </a:r>
            <a:r>
              <a:rPr spc="10" dirty="0"/>
              <a:t> </a:t>
            </a:r>
            <a:r>
              <a:rPr dirty="0"/>
              <a:t>JAIN</a:t>
            </a:r>
            <a:r>
              <a:rPr spc="5" dirty="0"/>
              <a:t> </a:t>
            </a:r>
            <a:r>
              <a:rPr spc="-10" dirty="0"/>
              <a:t>INSTITUTE</a:t>
            </a:r>
            <a:r>
              <a:rPr spc="-1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10" dirty="0"/>
              <a:t>TECHNOLOGY</a:t>
            </a:r>
            <a:r>
              <a:rPr spc="5" dirty="0"/>
              <a:t> </a:t>
            </a:r>
            <a:r>
              <a:rPr spc="-10" dirty="0"/>
              <a:t>MANAGEMENT</a:t>
            </a:r>
            <a:r>
              <a:rPr spc="-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dirty="0"/>
              <a:t>RESEARCH,</a:t>
            </a:r>
            <a:r>
              <a:rPr spc="10" dirty="0"/>
              <a:t> </a:t>
            </a:r>
            <a:r>
              <a:rPr spc="-10" dirty="0"/>
              <a:t>NAGPUR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10.</a:t>
            </a:r>
            <a:r>
              <a:rPr spc="90" dirty="0"/>
              <a:t> </a:t>
            </a:r>
            <a:r>
              <a:rPr dirty="0"/>
              <a:t>Expected</a:t>
            </a:r>
            <a:r>
              <a:rPr spc="60" dirty="0"/>
              <a:t> </a:t>
            </a:r>
            <a:r>
              <a:rPr dirty="0"/>
              <a:t>Result</a:t>
            </a:r>
            <a:r>
              <a:rPr spc="45" dirty="0"/>
              <a:t> </a:t>
            </a:r>
            <a:r>
              <a:rPr dirty="0"/>
              <a:t>&amp;</a:t>
            </a:r>
            <a:r>
              <a:rPr spc="135" dirty="0"/>
              <a:t> </a:t>
            </a:r>
            <a:r>
              <a:rPr spc="-10" dirty="0"/>
              <a:t>Conclusion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14375" y="1190561"/>
            <a:ext cx="5424805" cy="4605655"/>
            <a:chOff x="714375" y="1190561"/>
            <a:chExt cx="5424805" cy="460565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" y="1190561"/>
              <a:ext cx="5424551" cy="460540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81050" y="1238250"/>
              <a:ext cx="5295900" cy="4476750"/>
            </a:xfrm>
            <a:custGeom>
              <a:avLst/>
              <a:gdLst/>
              <a:ahLst/>
              <a:cxnLst/>
              <a:rect l="l" t="t" r="r" b="b"/>
              <a:pathLst>
                <a:path w="5295900" h="4476750">
                  <a:moveTo>
                    <a:pt x="4549775" y="0"/>
                  </a:moveTo>
                  <a:lnTo>
                    <a:pt x="746125" y="0"/>
                  </a:lnTo>
                  <a:lnTo>
                    <a:pt x="698939" y="1467"/>
                  </a:lnTo>
                  <a:lnTo>
                    <a:pt x="652534" y="5812"/>
                  </a:lnTo>
                  <a:lnTo>
                    <a:pt x="606996" y="12947"/>
                  </a:lnTo>
                  <a:lnTo>
                    <a:pt x="562412" y="22784"/>
                  </a:lnTo>
                  <a:lnTo>
                    <a:pt x="518870" y="35237"/>
                  </a:lnTo>
                  <a:lnTo>
                    <a:pt x="476458" y="50217"/>
                  </a:lnTo>
                  <a:lnTo>
                    <a:pt x="435263" y="67638"/>
                  </a:lnTo>
                  <a:lnTo>
                    <a:pt x="395371" y="87412"/>
                  </a:lnTo>
                  <a:lnTo>
                    <a:pt x="356872" y="109451"/>
                  </a:lnTo>
                  <a:lnTo>
                    <a:pt x="319851" y="133669"/>
                  </a:lnTo>
                  <a:lnTo>
                    <a:pt x="284397" y="159978"/>
                  </a:lnTo>
                  <a:lnTo>
                    <a:pt x="250597" y="188290"/>
                  </a:lnTo>
                  <a:lnTo>
                    <a:pt x="218538" y="218519"/>
                  </a:lnTo>
                  <a:lnTo>
                    <a:pt x="188308" y="250577"/>
                  </a:lnTo>
                  <a:lnTo>
                    <a:pt x="159993" y="284376"/>
                  </a:lnTo>
                  <a:lnTo>
                    <a:pt x="133683" y="319829"/>
                  </a:lnTo>
                  <a:lnTo>
                    <a:pt x="109463" y="356849"/>
                  </a:lnTo>
                  <a:lnTo>
                    <a:pt x="87422" y="395349"/>
                  </a:lnTo>
                  <a:lnTo>
                    <a:pt x="67646" y="435241"/>
                  </a:lnTo>
                  <a:lnTo>
                    <a:pt x="50223" y="476437"/>
                  </a:lnTo>
                  <a:lnTo>
                    <a:pt x="35241" y="518851"/>
                  </a:lnTo>
                  <a:lnTo>
                    <a:pt x="22787" y="562395"/>
                  </a:lnTo>
                  <a:lnTo>
                    <a:pt x="12949" y="606982"/>
                  </a:lnTo>
                  <a:lnTo>
                    <a:pt x="5813" y="652524"/>
                  </a:lnTo>
                  <a:lnTo>
                    <a:pt x="1467" y="698934"/>
                  </a:lnTo>
                  <a:lnTo>
                    <a:pt x="0" y="746125"/>
                  </a:lnTo>
                  <a:lnTo>
                    <a:pt x="0" y="3730625"/>
                  </a:lnTo>
                  <a:lnTo>
                    <a:pt x="1467" y="3777815"/>
                  </a:lnTo>
                  <a:lnTo>
                    <a:pt x="5813" y="3824225"/>
                  </a:lnTo>
                  <a:lnTo>
                    <a:pt x="12949" y="3869767"/>
                  </a:lnTo>
                  <a:lnTo>
                    <a:pt x="22787" y="3914354"/>
                  </a:lnTo>
                  <a:lnTo>
                    <a:pt x="35241" y="3957898"/>
                  </a:lnTo>
                  <a:lnTo>
                    <a:pt x="50223" y="4000312"/>
                  </a:lnTo>
                  <a:lnTo>
                    <a:pt x="67646" y="4041508"/>
                  </a:lnTo>
                  <a:lnTo>
                    <a:pt x="87422" y="4081400"/>
                  </a:lnTo>
                  <a:lnTo>
                    <a:pt x="109463" y="4119900"/>
                  </a:lnTo>
                  <a:lnTo>
                    <a:pt x="133683" y="4156920"/>
                  </a:lnTo>
                  <a:lnTo>
                    <a:pt x="159993" y="4192373"/>
                  </a:lnTo>
                  <a:lnTo>
                    <a:pt x="188308" y="4226172"/>
                  </a:lnTo>
                  <a:lnTo>
                    <a:pt x="218538" y="4258230"/>
                  </a:lnTo>
                  <a:lnTo>
                    <a:pt x="250597" y="4288459"/>
                  </a:lnTo>
                  <a:lnTo>
                    <a:pt x="284397" y="4316771"/>
                  </a:lnTo>
                  <a:lnTo>
                    <a:pt x="319851" y="4343080"/>
                  </a:lnTo>
                  <a:lnTo>
                    <a:pt x="356872" y="4367298"/>
                  </a:lnTo>
                  <a:lnTo>
                    <a:pt x="395371" y="4389337"/>
                  </a:lnTo>
                  <a:lnTo>
                    <a:pt x="435263" y="4409111"/>
                  </a:lnTo>
                  <a:lnTo>
                    <a:pt x="476458" y="4426532"/>
                  </a:lnTo>
                  <a:lnTo>
                    <a:pt x="518870" y="4441512"/>
                  </a:lnTo>
                  <a:lnTo>
                    <a:pt x="562412" y="4453965"/>
                  </a:lnTo>
                  <a:lnTo>
                    <a:pt x="606996" y="4463802"/>
                  </a:lnTo>
                  <a:lnTo>
                    <a:pt x="652534" y="4470937"/>
                  </a:lnTo>
                  <a:lnTo>
                    <a:pt x="698939" y="4475282"/>
                  </a:lnTo>
                  <a:lnTo>
                    <a:pt x="746125" y="4476750"/>
                  </a:lnTo>
                  <a:lnTo>
                    <a:pt x="4549775" y="4476750"/>
                  </a:lnTo>
                  <a:lnTo>
                    <a:pt x="4596965" y="4475282"/>
                  </a:lnTo>
                  <a:lnTo>
                    <a:pt x="4643375" y="4470937"/>
                  </a:lnTo>
                  <a:lnTo>
                    <a:pt x="4688917" y="4463802"/>
                  </a:lnTo>
                  <a:lnTo>
                    <a:pt x="4733504" y="4453965"/>
                  </a:lnTo>
                  <a:lnTo>
                    <a:pt x="4777048" y="4441512"/>
                  </a:lnTo>
                  <a:lnTo>
                    <a:pt x="4819462" y="4426532"/>
                  </a:lnTo>
                  <a:lnTo>
                    <a:pt x="4860658" y="4409111"/>
                  </a:lnTo>
                  <a:lnTo>
                    <a:pt x="4900550" y="4389337"/>
                  </a:lnTo>
                  <a:lnTo>
                    <a:pt x="4939050" y="4367298"/>
                  </a:lnTo>
                  <a:lnTo>
                    <a:pt x="4976070" y="4343080"/>
                  </a:lnTo>
                  <a:lnTo>
                    <a:pt x="5011523" y="4316771"/>
                  </a:lnTo>
                  <a:lnTo>
                    <a:pt x="5045322" y="4288459"/>
                  </a:lnTo>
                  <a:lnTo>
                    <a:pt x="5077380" y="4258230"/>
                  </a:lnTo>
                  <a:lnTo>
                    <a:pt x="5107609" y="4226172"/>
                  </a:lnTo>
                  <a:lnTo>
                    <a:pt x="5135921" y="4192373"/>
                  </a:lnTo>
                  <a:lnTo>
                    <a:pt x="5162230" y="4156920"/>
                  </a:lnTo>
                  <a:lnTo>
                    <a:pt x="5186448" y="4119900"/>
                  </a:lnTo>
                  <a:lnTo>
                    <a:pt x="5208487" y="4081400"/>
                  </a:lnTo>
                  <a:lnTo>
                    <a:pt x="5228261" y="4041508"/>
                  </a:lnTo>
                  <a:lnTo>
                    <a:pt x="5245682" y="4000312"/>
                  </a:lnTo>
                  <a:lnTo>
                    <a:pt x="5260662" y="3957898"/>
                  </a:lnTo>
                  <a:lnTo>
                    <a:pt x="5273115" y="3914354"/>
                  </a:lnTo>
                  <a:lnTo>
                    <a:pt x="5282952" y="3869767"/>
                  </a:lnTo>
                  <a:lnTo>
                    <a:pt x="5290087" y="3824225"/>
                  </a:lnTo>
                  <a:lnTo>
                    <a:pt x="5294432" y="3777815"/>
                  </a:lnTo>
                  <a:lnTo>
                    <a:pt x="5295900" y="3730625"/>
                  </a:lnTo>
                  <a:lnTo>
                    <a:pt x="5295900" y="746125"/>
                  </a:lnTo>
                  <a:lnTo>
                    <a:pt x="5294432" y="698934"/>
                  </a:lnTo>
                  <a:lnTo>
                    <a:pt x="5290087" y="652524"/>
                  </a:lnTo>
                  <a:lnTo>
                    <a:pt x="5282952" y="606982"/>
                  </a:lnTo>
                  <a:lnTo>
                    <a:pt x="5273115" y="562395"/>
                  </a:lnTo>
                  <a:lnTo>
                    <a:pt x="5260662" y="518851"/>
                  </a:lnTo>
                  <a:lnTo>
                    <a:pt x="5245682" y="476437"/>
                  </a:lnTo>
                  <a:lnTo>
                    <a:pt x="5228261" y="435241"/>
                  </a:lnTo>
                  <a:lnTo>
                    <a:pt x="5208487" y="395349"/>
                  </a:lnTo>
                  <a:lnTo>
                    <a:pt x="5186448" y="356849"/>
                  </a:lnTo>
                  <a:lnTo>
                    <a:pt x="5162230" y="319829"/>
                  </a:lnTo>
                  <a:lnTo>
                    <a:pt x="5135921" y="284376"/>
                  </a:lnTo>
                  <a:lnTo>
                    <a:pt x="5107609" y="250577"/>
                  </a:lnTo>
                  <a:lnTo>
                    <a:pt x="5077380" y="218519"/>
                  </a:lnTo>
                  <a:lnTo>
                    <a:pt x="5045322" y="188290"/>
                  </a:lnTo>
                  <a:lnTo>
                    <a:pt x="5011523" y="159978"/>
                  </a:lnTo>
                  <a:lnTo>
                    <a:pt x="4976070" y="133669"/>
                  </a:lnTo>
                  <a:lnTo>
                    <a:pt x="4939050" y="109451"/>
                  </a:lnTo>
                  <a:lnTo>
                    <a:pt x="4900550" y="87412"/>
                  </a:lnTo>
                  <a:lnTo>
                    <a:pt x="4860658" y="67638"/>
                  </a:lnTo>
                  <a:lnTo>
                    <a:pt x="4819462" y="50217"/>
                  </a:lnTo>
                  <a:lnTo>
                    <a:pt x="4777048" y="35237"/>
                  </a:lnTo>
                  <a:lnTo>
                    <a:pt x="4733504" y="22784"/>
                  </a:lnTo>
                  <a:lnTo>
                    <a:pt x="4688917" y="12947"/>
                  </a:lnTo>
                  <a:lnTo>
                    <a:pt x="4643375" y="5812"/>
                  </a:lnTo>
                  <a:lnTo>
                    <a:pt x="4596965" y="1467"/>
                  </a:lnTo>
                  <a:lnTo>
                    <a:pt x="4549775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81050" y="1238250"/>
              <a:ext cx="5295900" cy="4476750"/>
            </a:xfrm>
            <a:custGeom>
              <a:avLst/>
              <a:gdLst/>
              <a:ahLst/>
              <a:cxnLst/>
              <a:rect l="l" t="t" r="r" b="b"/>
              <a:pathLst>
                <a:path w="5295900" h="4476750">
                  <a:moveTo>
                    <a:pt x="0" y="746125"/>
                  </a:moveTo>
                  <a:lnTo>
                    <a:pt x="1467" y="698934"/>
                  </a:lnTo>
                  <a:lnTo>
                    <a:pt x="5813" y="652524"/>
                  </a:lnTo>
                  <a:lnTo>
                    <a:pt x="12949" y="606982"/>
                  </a:lnTo>
                  <a:lnTo>
                    <a:pt x="22787" y="562395"/>
                  </a:lnTo>
                  <a:lnTo>
                    <a:pt x="35241" y="518851"/>
                  </a:lnTo>
                  <a:lnTo>
                    <a:pt x="50223" y="476437"/>
                  </a:lnTo>
                  <a:lnTo>
                    <a:pt x="67646" y="435241"/>
                  </a:lnTo>
                  <a:lnTo>
                    <a:pt x="87422" y="395349"/>
                  </a:lnTo>
                  <a:lnTo>
                    <a:pt x="109463" y="356849"/>
                  </a:lnTo>
                  <a:lnTo>
                    <a:pt x="133683" y="319829"/>
                  </a:lnTo>
                  <a:lnTo>
                    <a:pt x="159993" y="284376"/>
                  </a:lnTo>
                  <a:lnTo>
                    <a:pt x="188308" y="250577"/>
                  </a:lnTo>
                  <a:lnTo>
                    <a:pt x="218538" y="218519"/>
                  </a:lnTo>
                  <a:lnTo>
                    <a:pt x="250597" y="188290"/>
                  </a:lnTo>
                  <a:lnTo>
                    <a:pt x="284397" y="159978"/>
                  </a:lnTo>
                  <a:lnTo>
                    <a:pt x="319851" y="133669"/>
                  </a:lnTo>
                  <a:lnTo>
                    <a:pt x="356872" y="109451"/>
                  </a:lnTo>
                  <a:lnTo>
                    <a:pt x="395371" y="87412"/>
                  </a:lnTo>
                  <a:lnTo>
                    <a:pt x="435263" y="67638"/>
                  </a:lnTo>
                  <a:lnTo>
                    <a:pt x="476458" y="50217"/>
                  </a:lnTo>
                  <a:lnTo>
                    <a:pt x="518870" y="35237"/>
                  </a:lnTo>
                  <a:lnTo>
                    <a:pt x="562412" y="22784"/>
                  </a:lnTo>
                  <a:lnTo>
                    <a:pt x="606996" y="12947"/>
                  </a:lnTo>
                  <a:lnTo>
                    <a:pt x="652534" y="5812"/>
                  </a:lnTo>
                  <a:lnTo>
                    <a:pt x="698939" y="1467"/>
                  </a:lnTo>
                  <a:lnTo>
                    <a:pt x="746125" y="0"/>
                  </a:lnTo>
                  <a:lnTo>
                    <a:pt x="4549775" y="0"/>
                  </a:lnTo>
                  <a:lnTo>
                    <a:pt x="4596965" y="1467"/>
                  </a:lnTo>
                  <a:lnTo>
                    <a:pt x="4643375" y="5812"/>
                  </a:lnTo>
                  <a:lnTo>
                    <a:pt x="4688917" y="12947"/>
                  </a:lnTo>
                  <a:lnTo>
                    <a:pt x="4733504" y="22784"/>
                  </a:lnTo>
                  <a:lnTo>
                    <a:pt x="4777048" y="35237"/>
                  </a:lnTo>
                  <a:lnTo>
                    <a:pt x="4819462" y="50217"/>
                  </a:lnTo>
                  <a:lnTo>
                    <a:pt x="4860658" y="67638"/>
                  </a:lnTo>
                  <a:lnTo>
                    <a:pt x="4900550" y="87412"/>
                  </a:lnTo>
                  <a:lnTo>
                    <a:pt x="4939050" y="109451"/>
                  </a:lnTo>
                  <a:lnTo>
                    <a:pt x="4976070" y="133669"/>
                  </a:lnTo>
                  <a:lnTo>
                    <a:pt x="5011523" y="159978"/>
                  </a:lnTo>
                  <a:lnTo>
                    <a:pt x="5045322" y="188290"/>
                  </a:lnTo>
                  <a:lnTo>
                    <a:pt x="5077380" y="218519"/>
                  </a:lnTo>
                  <a:lnTo>
                    <a:pt x="5107609" y="250577"/>
                  </a:lnTo>
                  <a:lnTo>
                    <a:pt x="5135921" y="284376"/>
                  </a:lnTo>
                  <a:lnTo>
                    <a:pt x="5162230" y="319829"/>
                  </a:lnTo>
                  <a:lnTo>
                    <a:pt x="5186448" y="356849"/>
                  </a:lnTo>
                  <a:lnTo>
                    <a:pt x="5208487" y="395349"/>
                  </a:lnTo>
                  <a:lnTo>
                    <a:pt x="5228261" y="435241"/>
                  </a:lnTo>
                  <a:lnTo>
                    <a:pt x="5245682" y="476437"/>
                  </a:lnTo>
                  <a:lnTo>
                    <a:pt x="5260662" y="518851"/>
                  </a:lnTo>
                  <a:lnTo>
                    <a:pt x="5273115" y="562395"/>
                  </a:lnTo>
                  <a:lnTo>
                    <a:pt x="5282952" y="606982"/>
                  </a:lnTo>
                  <a:lnTo>
                    <a:pt x="5290087" y="652524"/>
                  </a:lnTo>
                  <a:lnTo>
                    <a:pt x="5294432" y="698934"/>
                  </a:lnTo>
                  <a:lnTo>
                    <a:pt x="5295900" y="746125"/>
                  </a:lnTo>
                  <a:lnTo>
                    <a:pt x="5295900" y="3730625"/>
                  </a:lnTo>
                  <a:lnTo>
                    <a:pt x="5294432" y="3777815"/>
                  </a:lnTo>
                  <a:lnTo>
                    <a:pt x="5290087" y="3824225"/>
                  </a:lnTo>
                  <a:lnTo>
                    <a:pt x="5282952" y="3869767"/>
                  </a:lnTo>
                  <a:lnTo>
                    <a:pt x="5273115" y="3914354"/>
                  </a:lnTo>
                  <a:lnTo>
                    <a:pt x="5260662" y="3957898"/>
                  </a:lnTo>
                  <a:lnTo>
                    <a:pt x="5245682" y="4000312"/>
                  </a:lnTo>
                  <a:lnTo>
                    <a:pt x="5228261" y="4041508"/>
                  </a:lnTo>
                  <a:lnTo>
                    <a:pt x="5208487" y="4081400"/>
                  </a:lnTo>
                  <a:lnTo>
                    <a:pt x="5186448" y="4119900"/>
                  </a:lnTo>
                  <a:lnTo>
                    <a:pt x="5162230" y="4156920"/>
                  </a:lnTo>
                  <a:lnTo>
                    <a:pt x="5135921" y="4192373"/>
                  </a:lnTo>
                  <a:lnTo>
                    <a:pt x="5107609" y="4226172"/>
                  </a:lnTo>
                  <a:lnTo>
                    <a:pt x="5077380" y="4258230"/>
                  </a:lnTo>
                  <a:lnTo>
                    <a:pt x="5045322" y="4288459"/>
                  </a:lnTo>
                  <a:lnTo>
                    <a:pt x="5011523" y="4316771"/>
                  </a:lnTo>
                  <a:lnTo>
                    <a:pt x="4976070" y="4343080"/>
                  </a:lnTo>
                  <a:lnTo>
                    <a:pt x="4939050" y="4367298"/>
                  </a:lnTo>
                  <a:lnTo>
                    <a:pt x="4900550" y="4389337"/>
                  </a:lnTo>
                  <a:lnTo>
                    <a:pt x="4860658" y="4409111"/>
                  </a:lnTo>
                  <a:lnTo>
                    <a:pt x="4819462" y="4426532"/>
                  </a:lnTo>
                  <a:lnTo>
                    <a:pt x="4777048" y="4441512"/>
                  </a:lnTo>
                  <a:lnTo>
                    <a:pt x="4733504" y="4453965"/>
                  </a:lnTo>
                  <a:lnTo>
                    <a:pt x="4688917" y="4463802"/>
                  </a:lnTo>
                  <a:lnTo>
                    <a:pt x="4643375" y="4470937"/>
                  </a:lnTo>
                  <a:lnTo>
                    <a:pt x="4596965" y="4475282"/>
                  </a:lnTo>
                  <a:lnTo>
                    <a:pt x="4549775" y="4476750"/>
                  </a:lnTo>
                  <a:lnTo>
                    <a:pt x="746125" y="4476750"/>
                  </a:lnTo>
                  <a:lnTo>
                    <a:pt x="698939" y="4475282"/>
                  </a:lnTo>
                  <a:lnTo>
                    <a:pt x="652534" y="4470937"/>
                  </a:lnTo>
                  <a:lnTo>
                    <a:pt x="606996" y="4463802"/>
                  </a:lnTo>
                  <a:lnTo>
                    <a:pt x="562412" y="4453965"/>
                  </a:lnTo>
                  <a:lnTo>
                    <a:pt x="518870" y="4441512"/>
                  </a:lnTo>
                  <a:lnTo>
                    <a:pt x="476458" y="4426532"/>
                  </a:lnTo>
                  <a:lnTo>
                    <a:pt x="435263" y="4409111"/>
                  </a:lnTo>
                  <a:lnTo>
                    <a:pt x="395371" y="4389337"/>
                  </a:lnTo>
                  <a:lnTo>
                    <a:pt x="356872" y="4367298"/>
                  </a:lnTo>
                  <a:lnTo>
                    <a:pt x="319851" y="4343080"/>
                  </a:lnTo>
                  <a:lnTo>
                    <a:pt x="284397" y="4316771"/>
                  </a:lnTo>
                  <a:lnTo>
                    <a:pt x="250597" y="4288459"/>
                  </a:lnTo>
                  <a:lnTo>
                    <a:pt x="218538" y="4258230"/>
                  </a:lnTo>
                  <a:lnTo>
                    <a:pt x="188308" y="4226172"/>
                  </a:lnTo>
                  <a:lnTo>
                    <a:pt x="159993" y="4192373"/>
                  </a:lnTo>
                  <a:lnTo>
                    <a:pt x="133683" y="4156920"/>
                  </a:lnTo>
                  <a:lnTo>
                    <a:pt x="109463" y="4119900"/>
                  </a:lnTo>
                  <a:lnTo>
                    <a:pt x="87422" y="4081400"/>
                  </a:lnTo>
                  <a:lnTo>
                    <a:pt x="67646" y="4041508"/>
                  </a:lnTo>
                  <a:lnTo>
                    <a:pt x="50223" y="4000312"/>
                  </a:lnTo>
                  <a:lnTo>
                    <a:pt x="35241" y="3957898"/>
                  </a:lnTo>
                  <a:lnTo>
                    <a:pt x="22787" y="3914354"/>
                  </a:lnTo>
                  <a:lnTo>
                    <a:pt x="12949" y="3869767"/>
                  </a:lnTo>
                  <a:lnTo>
                    <a:pt x="5813" y="3824225"/>
                  </a:lnTo>
                  <a:lnTo>
                    <a:pt x="1467" y="3777815"/>
                  </a:lnTo>
                  <a:lnTo>
                    <a:pt x="0" y="3730625"/>
                  </a:lnTo>
                  <a:lnTo>
                    <a:pt x="0" y="746125"/>
                  </a:lnTo>
                  <a:close/>
                </a:path>
              </a:pathLst>
            </a:custGeom>
            <a:ln w="19050">
              <a:solidFill>
                <a:srgbClr val="1F37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21397" y="1360106"/>
            <a:ext cx="3601085" cy="2408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37BD"/>
                </a:solidFill>
                <a:latin typeface="Aptos Display"/>
                <a:cs typeface="Aptos Display"/>
              </a:rPr>
              <a:t>Expected</a:t>
            </a:r>
            <a:r>
              <a:rPr sz="1800" b="1" spc="-55" dirty="0">
                <a:solidFill>
                  <a:srgbClr val="1F37BD"/>
                </a:solidFill>
                <a:latin typeface="Aptos Display"/>
                <a:cs typeface="Aptos Display"/>
              </a:rPr>
              <a:t> </a:t>
            </a:r>
            <a:r>
              <a:rPr sz="1800" b="1" spc="-10" dirty="0">
                <a:solidFill>
                  <a:srgbClr val="1F37BD"/>
                </a:solidFill>
                <a:latin typeface="Aptos Display"/>
                <a:cs typeface="Aptos Display"/>
              </a:rPr>
              <a:t>Result</a:t>
            </a:r>
            <a:endParaRPr sz="1800">
              <a:latin typeface="Aptos Display"/>
              <a:cs typeface="Aptos Display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</a:t>
            </a: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simple</a:t>
            </a:r>
            <a:r>
              <a:rPr sz="1400" spc="-7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Python-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based</a:t>
            </a:r>
            <a:r>
              <a:rPr sz="1400" spc="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Address</a:t>
            </a:r>
            <a:r>
              <a:rPr sz="1400" spc="-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Book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that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can:</a:t>
            </a:r>
            <a:endParaRPr sz="1400">
              <a:latin typeface="Aptos"/>
              <a:cs typeface="Aptos"/>
            </a:endParaRPr>
          </a:p>
          <a:p>
            <a:pPr marL="135890" indent="-123189">
              <a:lnSpc>
                <a:spcPts val="1664"/>
              </a:lnSpc>
              <a:spcBef>
                <a:spcPts val="1700"/>
              </a:spcBef>
              <a:buChar char="•"/>
              <a:tabLst>
                <a:tab pos="135890" algn="l"/>
              </a:tabLst>
            </a:pP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Store</a:t>
            </a:r>
            <a:r>
              <a:rPr sz="1400" spc="-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contact</a:t>
            </a:r>
            <a:r>
              <a:rPr sz="1400" spc="-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information</a:t>
            </a:r>
            <a:endParaRPr sz="1400">
              <a:latin typeface="Aptos"/>
              <a:cs typeface="Aptos"/>
            </a:endParaRPr>
          </a:p>
          <a:p>
            <a:pPr marL="135890" indent="-123189">
              <a:lnSpc>
                <a:spcPts val="1664"/>
              </a:lnSpc>
              <a:buChar char="•"/>
              <a:tabLst>
                <a:tab pos="135890" algn="l"/>
              </a:tabLst>
            </a:pP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Organize</a:t>
            </a:r>
            <a:r>
              <a:rPr sz="1400" spc="-5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and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display</a:t>
            </a:r>
            <a:r>
              <a:rPr sz="1400" spc="6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records</a:t>
            </a:r>
            <a:endParaRPr sz="1400">
              <a:latin typeface="Aptos"/>
              <a:cs typeface="Aptos"/>
            </a:endParaRPr>
          </a:p>
          <a:p>
            <a:pPr marL="135890" indent="-123189">
              <a:lnSpc>
                <a:spcPts val="1664"/>
              </a:lnSpc>
              <a:spcBef>
                <a:spcPts val="45"/>
              </a:spcBef>
              <a:buChar char="•"/>
              <a:tabLst>
                <a:tab pos="135890" algn="l"/>
              </a:tabLst>
            </a:pP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Search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contacts</a:t>
            </a:r>
            <a:endParaRPr sz="1400">
              <a:latin typeface="Aptos"/>
              <a:cs typeface="Aptos"/>
            </a:endParaRPr>
          </a:p>
          <a:p>
            <a:pPr marL="135890" indent="-123189">
              <a:lnSpc>
                <a:spcPts val="1664"/>
              </a:lnSpc>
              <a:buChar char="•"/>
              <a:tabLst>
                <a:tab pos="135890" algn="l"/>
              </a:tabLst>
            </a:pP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Update</a:t>
            </a:r>
            <a:r>
              <a:rPr sz="1400" spc="-3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existing</a:t>
            </a:r>
            <a:r>
              <a:rPr sz="1400" spc="-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details</a:t>
            </a:r>
            <a:endParaRPr sz="1400">
              <a:latin typeface="Aptos"/>
              <a:cs typeface="Aptos"/>
            </a:endParaRPr>
          </a:p>
          <a:p>
            <a:pPr marL="135890" indent="-123189">
              <a:lnSpc>
                <a:spcPts val="1664"/>
              </a:lnSpc>
              <a:spcBef>
                <a:spcPts val="50"/>
              </a:spcBef>
              <a:buChar char="•"/>
              <a:tabLst>
                <a:tab pos="135890" algn="l"/>
              </a:tabLst>
            </a:pP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Delete</a:t>
            </a:r>
            <a:r>
              <a:rPr sz="1400" spc="-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contacts</a:t>
            </a:r>
            <a:endParaRPr sz="1400">
              <a:latin typeface="Aptos"/>
              <a:cs typeface="Aptos"/>
            </a:endParaRPr>
          </a:p>
          <a:p>
            <a:pPr marL="135890" indent="-123189">
              <a:lnSpc>
                <a:spcPts val="1655"/>
              </a:lnSpc>
              <a:buChar char="•"/>
              <a:tabLst>
                <a:tab pos="135890" algn="l"/>
              </a:tabLst>
            </a:pP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Preserve</a:t>
            </a: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records</a:t>
            </a:r>
            <a:r>
              <a:rPr sz="1400" spc="-4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permanently</a:t>
            </a:r>
            <a:endParaRPr sz="1400">
              <a:latin typeface="Aptos"/>
              <a:cs typeface="Aptos"/>
            </a:endParaRPr>
          </a:p>
          <a:p>
            <a:pPr marL="135890" indent="-123189">
              <a:lnSpc>
                <a:spcPts val="1664"/>
              </a:lnSpc>
              <a:buChar char="•"/>
              <a:tabLst>
                <a:tab pos="135890" algn="l"/>
              </a:tabLst>
            </a:pP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Provide</a:t>
            </a:r>
            <a:r>
              <a:rPr sz="1400" spc="-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an</a:t>
            </a:r>
            <a:r>
              <a:rPr sz="1400" spc="-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easy</a:t>
            </a:r>
            <a:r>
              <a:rPr sz="1400" spc="1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menu-driven</a:t>
            </a:r>
            <a:r>
              <a:rPr sz="1400" spc="-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experience</a:t>
            </a:r>
            <a:endParaRPr sz="1400">
              <a:latin typeface="Aptos"/>
              <a:cs typeface="Apto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286500" y="1190561"/>
            <a:ext cx="5110480" cy="4605655"/>
            <a:chOff x="6286500" y="1190561"/>
            <a:chExt cx="5110480" cy="460565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86500" y="1190561"/>
              <a:ext cx="5110226" cy="460540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353175" y="1238250"/>
              <a:ext cx="4981575" cy="4476750"/>
            </a:xfrm>
            <a:custGeom>
              <a:avLst/>
              <a:gdLst/>
              <a:ahLst/>
              <a:cxnLst/>
              <a:rect l="l" t="t" r="r" b="b"/>
              <a:pathLst>
                <a:path w="4981575" h="4476750">
                  <a:moveTo>
                    <a:pt x="4235450" y="0"/>
                  </a:moveTo>
                  <a:lnTo>
                    <a:pt x="746125" y="0"/>
                  </a:lnTo>
                  <a:lnTo>
                    <a:pt x="698934" y="1467"/>
                  </a:lnTo>
                  <a:lnTo>
                    <a:pt x="652524" y="5812"/>
                  </a:lnTo>
                  <a:lnTo>
                    <a:pt x="606982" y="12947"/>
                  </a:lnTo>
                  <a:lnTo>
                    <a:pt x="562395" y="22784"/>
                  </a:lnTo>
                  <a:lnTo>
                    <a:pt x="518851" y="35237"/>
                  </a:lnTo>
                  <a:lnTo>
                    <a:pt x="476437" y="50217"/>
                  </a:lnTo>
                  <a:lnTo>
                    <a:pt x="435241" y="67638"/>
                  </a:lnTo>
                  <a:lnTo>
                    <a:pt x="395349" y="87412"/>
                  </a:lnTo>
                  <a:lnTo>
                    <a:pt x="356849" y="109451"/>
                  </a:lnTo>
                  <a:lnTo>
                    <a:pt x="319829" y="133669"/>
                  </a:lnTo>
                  <a:lnTo>
                    <a:pt x="284376" y="159978"/>
                  </a:lnTo>
                  <a:lnTo>
                    <a:pt x="250577" y="188290"/>
                  </a:lnTo>
                  <a:lnTo>
                    <a:pt x="218519" y="218519"/>
                  </a:lnTo>
                  <a:lnTo>
                    <a:pt x="188290" y="250577"/>
                  </a:lnTo>
                  <a:lnTo>
                    <a:pt x="159978" y="284376"/>
                  </a:lnTo>
                  <a:lnTo>
                    <a:pt x="133669" y="319829"/>
                  </a:lnTo>
                  <a:lnTo>
                    <a:pt x="109451" y="356849"/>
                  </a:lnTo>
                  <a:lnTo>
                    <a:pt x="87412" y="395349"/>
                  </a:lnTo>
                  <a:lnTo>
                    <a:pt x="67638" y="435241"/>
                  </a:lnTo>
                  <a:lnTo>
                    <a:pt x="50217" y="476437"/>
                  </a:lnTo>
                  <a:lnTo>
                    <a:pt x="35237" y="518851"/>
                  </a:lnTo>
                  <a:lnTo>
                    <a:pt x="22784" y="562395"/>
                  </a:lnTo>
                  <a:lnTo>
                    <a:pt x="12947" y="606982"/>
                  </a:lnTo>
                  <a:lnTo>
                    <a:pt x="5812" y="652524"/>
                  </a:lnTo>
                  <a:lnTo>
                    <a:pt x="1467" y="698934"/>
                  </a:lnTo>
                  <a:lnTo>
                    <a:pt x="0" y="746125"/>
                  </a:lnTo>
                  <a:lnTo>
                    <a:pt x="0" y="3730625"/>
                  </a:lnTo>
                  <a:lnTo>
                    <a:pt x="1467" y="3777815"/>
                  </a:lnTo>
                  <a:lnTo>
                    <a:pt x="5812" y="3824225"/>
                  </a:lnTo>
                  <a:lnTo>
                    <a:pt x="12947" y="3869767"/>
                  </a:lnTo>
                  <a:lnTo>
                    <a:pt x="22784" y="3914354"/>
                  </a:lnTo>
                  <a:lnTo>
                    <a:pt x="35237" y="3957898"/>
                  </a:lnTo>
                  <a:lnTo>
                    <a:pt x="50217" y="4000312"/>
                  </a:lnTo>
                  <a:lnTo>
                    <a:pt x="67638" y="4041508"/>
                  </a:lnTo>
                  <a:lnTo>
                    <a:pt x="87412" y="4081400"/>
                  </a:lnTo>
                  <a:lnTo>
                    <a:pt x="109451" y="4119900"/>
                  </a:lnTo>
                  <a:lnTo>
                    <a:pt x="133669" y="4156920"/>
                  </a:lnTo>
                  <a:lnTo>
                    <a:pt x="159978" y="4192373"/>
                  </a:lnTo>
                  <a:lnTo>
                    <a:pt x="188290" y="4226172"/>
                  </a:lnTo>
                  <a:lnTo>
                    <a:pt x="218519" y="4258230"/>
                  </a:lnTo>
                  <a:lnTo>
                    <a:pt x="250577" y="4288459"/>
                  </a:lnTo>
                  <a:lnTo>
                    <a:pt x="284376" y="4316771"/>
                  </a:lnTo>
                  <a:lnTo>
                    <a:pt x="319829" y="4343080"/>
                  </a:lnTo>
                  <a:lnTo>
                    <a:pt x="356849" y="4367298"/>
                  </a:lnTo>
                  <a:lnTo>
                    <a:pt x="395349" y="4389337"/>
                  </a:lnTo>
                  <a:lnTo>
                    <a:pt x="435241" y="4409111"/>
                  </a:lnTo>
                  <a:lnTo>
                    <a:pt x="476437" y="4426532"/>
                  </a:lnTo>
                  <a:lnTo>
                    <a:pt x="518851" y="4441512"/>
                  </a:lnTo>
                  <a:lnTo>
                    <a:pt x="562395" y="4453965"/>
                  </a:lnTo>
                  <a:lnTo>
                    <a:pt x="606982" y="4463802"/>
                  </a:lnTo>
                  <a:lnTo>
                    <a:pt x="652524" y="4470937"/>
                  </a:lnTo>
                  <a:lnTo>
                    <a:pt x="698934" y="4475282"/>
                  </a:lnTo>
                  <a:lnTo>
                    <a:pt x="746125" y="4476750"/>
                  </a:lnTo>
                  <a:lnTo>
                    <a:pt x="4235450" y="4476750"/>
                  </a:lnTo>
                  <a:lnTo>
                    <a:pt x="4282640" y="4475282"/>
                  </a:lnTo>
                  <a:lnTo>
                    <a:pt x="4329050" y="4470937"/>
                  </a:lnTo>
                  <a:lnTo>
                    <a:pt x="4374592" y="4463802"/>
                  </a:lnTo>
                  <a:lnTo>
                    <a:pt x="4419179" y="4453965"/>
                  </a:lnTo>
                  <a:lnTo>
                    <a:pt x="4462723" y="4441512"/>
                  </a:lnTo>
                  <a:lnTo>
                    <a:pt x="4505137" y="4426532"/>
                  </a:lnTo>
                  <a:lnTo>
                    <a:pt x="4546333" y="4409111"/>
                  </a:lnTo>
                  <a:lnTo>
                    <a:pt x="4586225" y="4389337"/>
                  </a:lnTo>
                  <a:lnTo>
                    <a:pt x="4624725" y="4367298"/>
                  </a:lnTo>
                  <a:lnTo>
                    <a:pt x="4661745" y="4343080"/>
                  </a:lnTo>
                  <a:lnTo>
                    <a:pt x="4697198" y="4316771"/>
                  </a:lnTo>
                  <a:lnTo>
                    <a:pt x="4730997" y="4288459"/>
                  </a:lnTo>
                  <a:lnTo>
                    <a:pt x="4763055" y="4258230"/>
                  </a:lnTo>
                  <a:lnTo>
                    <a:pt x="4793284" y="4226172"/>
                  </a:lnTo>
                  <a:lnTo>
                    <a:pt x="4821596" y="4192373"/>
                  </a:lnTo>
                  <a:lnTo>
                    <a:pt x="4847905" y="4156920"/>
                  </a:lnTo>
                  <a:lnTo>
                    <a:pt x="4872123" y="4119900"/>
                  </a:lnTo>
                  <a:lnTo>
                    <a:pt x="4894162" y="4081400"/>
                  </a:lnTo>
                  <a:lnTo>
                    <a:pt x="4913936" y="4041508"/>
                  </a:lnTo>
                  <a:lnTo>
                    <a:pt x="4931357" y="4000312"/>
                  </a:lnTo>
                  <a:lnTo>
                    <a:pt x="4946337" y="3957898"/>
                  </a:lnTo>
                  <a:lnTo>
                    <a:pt x="4958790" y="3914354"/>
                  </a:lnTo>
                  <a:lnTo>
                    <a:pt x="4968627" y="3869767"/>
                  </a:lnTo>
                  <a:lnTo>
                    <a:pt x="4975762" y="3824225"/>
                  </a:lnTo>
                  <a:lnTo>
                    <a:pt x="4980107" y="3777815"/>
                  </a:lnTo>
                  <a:lnTo>
                    <a:pt x="4981575" y="3730625"/>
                  </a:lnTo>
                  <a:lnTo>
                    <a:pt x="4981575" y="746125"/>
                  </a:lnTo>
                  <a:lnTo>
                    <a:pt x="4980107" y="698934"/>
                  </a:lnTo>
                  <a:lnTo>
                    <a:pt x="4975762" y="652524"/>
                  </a:lnTo>
                  <a:lnTo>
                    <a:pt x="4968627" y="606982"/>
                  </a:lnTo>
                  <a:lnTo>
                    <a:pt x="4958790" y="562395"/>
                  </a:lnTo>
                  <a:lnTo>
                    <a:pt x="4946337" y="518851"/>
                  </a:lnTo>
                  <a:lnTo>
                    <a:pt x="4931357" y="476437"/>
                  </a:lnTo>
                  <a:lnTo>
                    <a:pt x="4913936" y="435241"/>
                  </a:lnTo>
                  <a:lnTo>
                    <a:pt x="4894162" y="395349"/>
                  </a:lnTo>
                  <a:lnTo>
                    <a:pt x="4872123" y="356849"/>
                  </a:lnTo>
                  <a:lnTo>
                    <a:pt x="4847905" y="319829"/>
                  </a:lnTo>
                  <a:lnTo>
                    <a:pt x="4821596" y="284376"/>
                  </a:lnTo>
                  <a:lnTo>
                    <a:pt x="4793284" y="250577"/>
                  </a:lnTo>
                  <a:lnTo>
                    <a:pt x="4763055" y="218519"/>
                  </a:lnTo>
                  <a:lnTo>
                    <a:pt x="4730997" y="188290"/>
                  </a:lnTo>
                  <a:lnTo>
                    <a:pt x="4697198" y="159978"/>
                  </a:lnTo>
                  <a:lnTo>
                    <a:pt x="4661745" y="133669"/>
                  </a:lnTo>
                  <a:lnTo>
                    <a:pt x="4624725" y="109451"/>
                  </a:lnTo>
                  <a:lnTo>
                    <a:pt x="4586225" y="87412"/>
                  </a:lnTo>
                  <a:lnTo>
                    <a:pt x="4546333" y="67638"/>
                  </a:lnTo>
                  <a:lnTo>
                    <a:pt x="4505137" y="50217"/>
                  </a:lnTo>
                  <a:lnTo>
                    <a:pt x="4462723" y="35237"/>
                  </a:lnTo>
                  <a:lnTo>
                    <a:pt x="4419179" y="22784"/>
                  </a:lnTo>
                  <a:lnTo>
                    <a:pt x="4374592" y="12947"/>
                  </a:lnTo>
                  <a:lnTo>
                    <a:pt x="4329050" y="5812"/>
                  </a:lnTo>
                  <a:lnTo>
                    <a:pt x="4282640" y="1467"/>
                  </a:lnTo>
                  <a:lnTo>
                    <a:pt x="4235450" y="0"/>
                  </a:lnTo>
                  <a:close/>
                </a:path>
              </a:pathLst>
            </a:custGeom>
            <a:solidFill>
              <a:srgbClr val="F5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53175" y="1238250"/>
              <a:ext cx="4981575" cy="4476750"/>
            </a:xfrm>
            <a:custGeom>
              <a:avLst/>
              <a:gdLst/>
              <a:ahLst/>
              <a:cxnLst/>
              <a:rect l="l" t="t" r="r" b="b"/>
              <a:pathLst>
                <a:path w="4981575" h="4476750">
                  <a:moveTo>
                    <a:pt x="0" y="746125"/>
                  </a:moveTo>
                  <a:lnTo>
                    <a:pt x="1467" y="698934"/>
                  </a:lnTo>
                  <a:lnTo>
                    <a:pt x="5812" y="652524"/>
                  </a:lnTo>
                  <a:lnTo>
                    <a:pt x="12947" y="606982"/>
                  </a:lnTo>
                  <a:lnTo>
                    <a:pt x="22784" y="562395"/>
                  </a:lnTo>
                  <a:lnTo>
                    <a:pt x="35237" y="518851"/>
                  </a:lnTo>
                  <a:lnTo>
                    <a:pt x="50217" y="476437"/>
                  </a:lnTo>
                  <a:lnTo>
                    <a:pt x="67638" y="435241"/>
                  </a:lnTo>
                  <a:lnTo>
                    <a:pt x="87412" y="395349"/>
                  </a:lnTo>
                  <a:lnTo>
                    <a:pt x="109451" y="356849"/>
                  </a:lnTo>
                  <a:lnTo>
                    <a:pt x="133669" y="319829"/>
                  </a:lnTo>
                  <a:lnTo>
                    <a:pt x="159978" y="284376"/>
                  </a:lnTo>
                  <a:lnTo>
                    <a:pt x="188290" y="250577"/>
                  </a:lnTo>
                  <a:lnTo>
                    <a:pt x="218519" y="218519"/>
                  </a:lnTo>
                  <a:lnTo>
                    <a:pt x="250577" y="188290"/>
                  </a:lnTo>
                  <a:lnTo>
                    <a:pt x="284376" y="159978"/>
                  </a:lnTo>
                  <a:lnTo>
                    <a:pt x="319829" y="133669"/>
                  </a:lnTo>
                  <a:lnTo>
                    <a:pt x="356849" y="109451"/>
                  </a:lnTo>
                  <a:lnTo>
                    <a:pt x="395349" y="87412"/>
                  </a:lnTo>
                  <a:lnTo>
                    <a:pt x="435241" y="67638"/>
                  </a:lnTo>
                  <a:lnTo>
                    <a:pt x="476437" y="50217"/>
                  </a:lnTo>
                  <a:lnTo>
                    <a:pt x="518851" y="35237"/>
                  </a:lnTo>
                  <a:lnTo>
                    <a:pt x="562395" y="22784"/>
                  </a:lnTo>
                  <a:lnTo>
                    <a:pt x="606982" y="12947"/>
                  </a:lnTo>
                  <a:lnTo>
                    <a:pt x="652524" y="5812"/>
                  </a:lnTo>
                  <a:lnTo>
                    <a:pt x="698934" y="1467"/>
                  </a:lnTo>
                  <a:lnTo>
                    <a:pt x="746125" y="0"/>
                  </a:lnTo>
                  <a:lnTo>
                    <a:pt x="4235450" y="0"/>
                  </a:lnTo>
                  <a:lnTo>
                    <a:pt x="4282640" y="1467"/>
                  </a:lnTo>
                  <a:lnTo>
                    <a:pt x="4329050" y="5812"/>
                  </a:lnTo>
                  <a:lnTo>
                    <a:pt x="4374592" y="12947"/>
                  </a:lnTo>
                  <a:lnTo>
                    <a:pt x="4419179" y="22784"/>
                  </a:lnTo>
                  <a:lnTo>
                    <a:pt x="4462723" y="35237"/>
                  </a:lnTo>
                  <a:lnTo>
                    <a:pt x="4505137" y="50217"/>
                  </a:lnTo>
                  <a:lnTo>
                    <a:pt x="4546333" y="67638"/>
                  </a:lnTo>
                  <a:lnTo>
                    <a:pt x="4586225" y="87412"/>
                  </a:lnTo>
                  <a:lnTo>
                    <a:pt x="4624725" y="109451"/>
                  </a:lnTo>
                  <a:lnTo>
                    <a:pt x="4661745" y="133669"/>
                  </a:lnTo>
                  <a:lnTo>
                    <a:pt x="4697198" y="159978"/>
                  </a:lnTo>
                  <a:lnTo>
                    <a:pt x="4730997" y="188290"/>
                  </a:lnTo>
                  <a:lnTo>
                    <a:pt x="4763055" y="218519"/>
                  </a:lnTo>
                  <a:lnTo>
                    <a:pt x="4793284" y="250577"/>
                  </a:lnTo>
                  <a:lnTo>
                    <a:pt x="4821596" y="284376"/>
                  </a:lnTo>
                  <a:lnTo>
                    <a:pt x="4847905" y="319829"/>
                  </a:lnTo>
                  <a:lnTo>
                    <a:pt x="4872123" y="356849"/>
                  </a:lnTo>
                  <a:lnTo>
                    <a:pt x="4894162" y="395349"/>
                  </a:lnTo>
                  <a:lnTo>
                    <a:pt x="4913936" y="435241"/>
                  </a:lnTo>
                  <a:lnTo>
                    <a:pt x="4931357" y="476437"/>
                  </a:lnTo>
                  <a:lnTo>
                    <a:pt x="4946337" y="518851"/>
                  </a:lnTo>
                  <a:lnTo>
                    <a:pt x="4958790" y="562395"/>
                  </a:lnTo>
                  <a:lnTo>
                    <a:pt x="4968627" y="606982"/>
                  </a:lnTo>
                  <a:lnTo>
                    <a:pt x="4975762" y="652524"/>
                  </a:lnTo>
                  <a:lnTo>
                    <a:pt x="4980107" y="698934"/>
                  </a:lnTo>
                  <a:lnTo>
                    <a:pt x="4981575" y="746125"/>
                  </a:lnTo>
                  <a:lnTo>
                    <a:pt x="4981575" y="3730625"/>
                  </a:lnTo>
                  <a:lnTo>
                    <a:pt x="4980107" y="3777815"/>
                  </a:lnTo>
                  <a:lnTo>
                    <a:pt x="4975762" y="3824225"/>
                  </a:lnTo>
                  <a:lnTo>
                    <a:pt x="4968627" y="3869767"/>
                  </a:lnTo>
                  <a:lnTo>
                    <a:pt x="4958790" y="3914354"/>
                  </a:lnTo>
                  <a:lnTo>
                    <a:pt x="4946337" y="3957898"/>
                  </a:lnTo>
                  <a:lnTo>
                    <a:pt x="4931357" y="4000312"/>
                  </a:lnTo>
                  <a:lnTo>
                    <a:pt x="4913936" y="4041508"/>
                  </a:lnTo>
                  <a:lnTo>
                    <a:pt x="4894162" y="4081400"/>
                  </a:lnTo>
                  <a:lnTo>
                    <a:pt x="4872123" y="4119900"/>
                  </a:lnTo>
                  <a:lnTo>
                    <a:pt x="4847905" y="4156920"/>
                  </a:lnTo>
                  <a:lnTo>
                    <a:pt x="4821596" y="4192373"/>
                  </a:lnTo>
                  <a:lnTo>
                    <a:pt x="4793284" y="4226172"/>
                  </a:lnTo>
                  <a:lnTo>
                    <a:pt x="4763055" y="4258230"/>
                  </a:lnTo>
                  <a:lnTo>
                    <a:pt x="4730997" y="4288459"/>
                  </a:lnTo>
                  <a:lnTo>
                    <a:pt x="4697198" y="4316771"/>
                  </a:lnTo>
                  <a:lnTo>
                    <a:pt x="4661745" y="4343080"/>
                  </a:lnTo>
                  <a:lnTo>
                    <a:pt x="4624725" y="4367298"/>
                  </a:lnTo>
                  <a:lnTo>
                    <a:pt x="4586225" y="4389337"/>
                  </a:lnTo>
                  <a:lnTo>
                    <a:pt x="4546333" y="4409111"/>
                  </a:lnTo>
                  <a:lnTo>
                    <a:pt x="4505137" y="4426532"/>
                  </a:lnTo>
                  <a:lnTo>
                    <a:pt x="4462723" y="4441512"/>
                  </a:lnTo>
                  <a:lnTo>
                    <a:pt x="4419179" y="4453965"/>
                  </a:lnTo>
                  <a:lnTo>
                    <a:pt x="4374592" y="4463802"/>
                  </a:lnTo>
                  <a:lnTo>
                    <a:pt x="4329050" y="4470937"/>
                  </a:lnTo>
                  <a:lnTo>
                    <a:pt x="4282640" y="4475282"/>
                  </a:lnTo>
                  <a:lnTo>
                    <a:pt x="4235450" y="4476750"/>
                  </a:lnTo>
                  <a:lnTo>
                    <a:pt x="746125" y="4476750"/>
                  </a:lnTo>
                  <a:lnTo>
                    <a:pt x="698934" y="4475282"/>
                  </a:lnTo>
                  <a:lnTo>
                    <a:pt x="652524" y="4470937"/>
                  </a:lnTo>
                  <a:lnTo>
                    <a:pt x="606982" y="4463802"/>
                  </a:lnTo>
                  <a:lnTo>
                    <a:pt x="562395" y="4453965"/>
                  </a:lnTo>
                  <a:lnTo>
                    <a:pt x="518851" y="4441512"/>
                  </a:lnTo>
                  <a:lnTo>
                    <a:pt x="476437" y="4426532"/>
                  </a:lnTo>
                  <a:lnTo>
                    <a:pt x="435241" y="4409111"/>
                  </a:lnTo>
                  <a:lnTo>
                    <a:pt x="395349" y="4389337"/>
                  </a:lnTo>
                  <a:lnTo>
                    <a:pt x="356849" y="4367298"/>
                  </a:lnTo>
                  <a:lnTo>
                    <a:pt x="319829" y="4343080"/>
                  </a:lnTo>
                  <a:lnTo>
                    <a:pt x="284376" y="4316771"/>
                  </a:lnTo>
                  <a:lnTo>
                    <a:pt x="250577" y="4288459"/>
                  </a:lnTo>
                  <a:lnTo>
                    <a:pt x="218519" y="4258230"/>
                  </a:lnTo>
                  <a:lnTo>
                    <a:pt x="188290" y="4226172"/>
                  </a:lnTo>
                  <a:lnTo>
                    <a:pt x="159978" y="4192373"/>
                  </a:lnTo>
                  <a:lnTo>
                    <a:pt x="133669" y="4156920"/>
                  </a:lnTo>
                  <a:lnTo>
                    <a:pt x="109451" y="4119900"/>
                  </a:lnTo>
                  <a:lnTo>
                    <a:pt x="87412" y="4081400"/>
                  </a:lnTo>
                  <a:lnTo>
                    <a:pt x="67638" y="4041508"/>
                  </a:lnTo>
                  <a:lnTo>
                    <a:pt x="50217" y="4000312"/>
                  </a:lnTo>
                  <a:lnTo>
                    <a:pt x="35237" y="3957898"/>
                  </a:lnTo>
                  <a:lnTo>
                    <a:pt x="22784" y="3914354"/>
                  </a:lnTo>
                  <a:lnTo>
                    <a:pt x="12947" y="3869767"/>
                  </a:lnTo>
                  <a:lnTo>
                    <a:pt x="5812" y="3824225"/>
                  </a:lnTo>
                  <a:lnTo>
                    <a:pt x="1467" y="3777815"/>
                  </a:lnTo>
                  <a:lnTo>
                    <a:pt x="0" y="3730625"/>
                  </a:lnTo>
                  <a:lnTo>
                    <a:pt x="0" y="746125"/>
                  </a:lnTo>
                  <a:close/>
                </a:path>
              </a:pathLst>
            </a:custGeom>
            <a:ln w="19050">
              <a:solidFill>
                <a:srgbClr val="85AA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603365" y="1360106"/>
            <a:ext cx="4498340" cy="2198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F37BD"/>
                </a:solidFill>
                <a:latin typeface="Aptos Display"/>
                <a:cs typeface="Aptos Display"/>
              </a:rPr>
              <a:t>Conclusion</a:t>
            </a:r>
            <a:endParaRPr sz="1800">
              <a:latin typeface="Aptos Display"/>
              <a:cs typeface="Aptos Display"/>
            </a:endParaRPr>
          </a:p>
          <a:p>
            <a:pPr marL="12700" marR="5080">
              <a:lnSpc>
                <a:spcPct val="99900"/>
              </a:lnSpc>
              <a:spcBef>
                <a:spcPts val="1470"/>
              </a:spcBef>
            </a:pP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The</a:t>
            </a:r>
            <a:r>
              <a:rPr sz="1400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project</a:t>
            </a:r>
            <a:r>
              <a:rPr sz="1400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applies</a:t>
            </a:r>
            <a:r>
              <a:rPr sz="1400" spc="-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Python</a:t>
            </a:r>
            <a:r>
              <a:rPr sz="1400" spc="-4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programming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logic</a:t>
            </a:r>
            <a:r>
              <a:rPr sz="1400" spc="-7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to</a:t>
            </a:r>
            <a:r>
              <a:rPr sz="1400" spc="-3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50" dirty="0">
                <a:solidFill>
                  <a:srgbClr val="18252A"/>
                </a:solidFill>
                <a:latin typeface="Aptos"/>
                <a:cs typeface="Aptos"/>
              </a:rPr>
              <a:t>a</a:t>
            </a:r>
            <a:r>
              <a:rPr sz="1400" spc="50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practical</a:t>
            </a: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 real-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life</a:t>
            </a:r>
            <a:r>
              <a:rPr sz="1400" spc="-7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problem.</a:t>
            </a:r>
            <a:r>
              <a:rPr sz="1400" spc="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It</a:t>
            </a:r>
            <a:r>
              <a:rPr sz="1400" spc="-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combines</a:t>
            </a:r>
            <a:r>
              <a:rPr sz="1400" spc="-8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functions,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conditions,</a:t>
            </a:r>
            <a:r>
              <a:rPr sz="1400" spc="3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loops,</a:t>
            </a:r>
            <a:r>
              <a:rPr sz="1400" spc="-4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data</a:t>
            </a:r>
            <a:r>
              <a:rPr sz="1400" spc="-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handling</a:t>
            </a:r>
            <a:r>
              <a:rPr sz="1400" spc="-2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and</a:t>
            </a:r>
            <a:r>
              <a:rPr sz="1400" spc="-5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permanent</a:t>
            </a:r>
            <a:r>
              <a:rPr sz="1400" spc="-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storage 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in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one</a:t>
            </a:r>
            <a:r>
              <a:rPr sz="1400" spc="-4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useful</a:t>
            </a:r>
            <a:r>
              <a:rPr sz="1400" spc="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application.</a:t>
            </a:r>
            <a:endParaRPr sz="1400">
              <a:latin typeface="Aptos"/>
              <a:cs typeface="Aptos"/>
            </a:endParaRPr>
          </a:p>
          <a:p>
            <a:pPr marL="12700" marR="318770">
              <a:lnSpc>
                <a:spcPct val="100600"/>
              </a:lnSpc>
              <a:spcBef>
                <a:spcPts val="1689"/>
              </a:spcBef>
            </a:pP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It</a:t>
            </a:r>
            <a:r>
              <a:rPr sz="1400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also</a:t>
            </a:r>
            <a:r>
              <a:rPr sz="1400" spc="-3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demonstrates project</a:t>
            </a:r>
            <a:r>
              <a:rPr sz="1400" spc="-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workflow</a:t>
            </a:r>
            <a:r>
              <a:rPr sz="1400" spc="-5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through</a:t>
            </a:r>
            <a:r>
              <a:rPr sz="1400" spc="40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GitHub,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meaningful</a:t>
            </a:r>
            <a:r>
              <a:rPr sz="1400" spc="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commits,</a:t>
            </a:r>
            <a:r>
              <a:rPr sz="1400" spc="-1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collaboration </a:t>
            </a:r>
            <a:r>
              <a:rPr sz="1400" dirty="0">
                <a:solidFill>
                  <a:srgbClr val="18252A"/>
                </a:solidFill>
                <a:latin typeface="Aptos"/>
                <a:cs typeface="Aptos"/>
              </a:rPr>
              <a:t>and</a:t>
            </a:r>
            <a:r>
              <a:rPr sz="1400" spc="-25" dirty="0">
                <a:solidFill>
                  <a:srgbClr val="18252A"/>
                </a:solidFill>
                <a:latin typeface="Aptos"/>
                <a:cs typeface="Aptos"/>
              </a:rPr>
              <a:t> </a:t>
            </a:r>
            <a:r>
              <a:rPr sz="1400" spc="-10" dirty="0">
                <a:solidFill>
                  <a:srgbClr val="18252A"/>
                </a:solidFill>
                <a:latin typeface="Aptos"/>
                <a:cs typeface="Aptos"/>
              </a:rPr>
              <a:t>individual contribution.</a:t>
            </a:r>
            <a:endParaRPr sz="1400">
              <a:latin typeface="Aptos"/>
              <a:cs typeface="Apto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4775" y="6381750"/>
            <a:ext cx="11968480" cy="386080"/>
            <a:chOff x="104775" y="6381750"/>
            <a:chExt cx="11968480" cy="386080"/>
          </a:xfrm>
        </p:grpSpPr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775" y="6381750"/>
              <a:ext cx="11968226" cy="3857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1925" y="6419850"/>
              <a:ext cx="11858625" cy="276225"/>
            </a:xfrm>
            <a:custGeom>
              <a:avLst/>
              <a:gdLst/>
              <a:ahLst/>
              <a:cxnLst/>
              <a:rect l="l" t="t" r="r" b="b"/>
              <a:pathLst>
                <a:path w="11858625" h="276225">
                  <a:moveTo>
                    <a:pt x="11858625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11858625" y="276225"/>
                  </a:lnTo>
                  <a:lnTo>
                    <a:pt x="11858625" y="0"/>
                  </a:lnTo>
                  <a:close/>
                </a:path>
              </a:pathLst>
            </a:custGeom>
            <a:solidFill>
              <a:srgbClr val="85AA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S.</a:t>
            </a:r>
            <a:r>
              <a:rPr spc="5" dirty="0"/>
              <a:t> </a:t>
            </a:r>
            <a:r>
              <a:rPr dirty="0"/>
              <a:t>B.</a:t>
            </a:r>
            <a:r>
              <a:rPr spc="10" dirty="0"/>
              <a:t> </a:t>
            </a:r>
            <a:r>
              <a:rPr dirty="0"/>
              <a:t>JAIN</a:t>
            </a:r>
            <a:r>
              <a:rPr spc="5" dirty="0"/>
              <a:t> </a:t>
            </a:r>
            <a:r>
              <a:rPr spc="-10" dirty="0"/>
              <a:t>INSTITUTE</a:t>
            </a:r>
            <a:r>
              <a:rPr spc="-1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10" dirty="0"/>
              <a:t>TECHNOLOGY</a:t>
            </a:r>
            <a:r>
              <a:rPr spc="5" dirty="0"/>
              <a:t> </a:t>
            </a:r>
            <a:r>
              <a:rPr spc="-10" dirty="0"/>
              <a:t>MANAGEMENT</a:t>
            </a:r>
            <a:r>
              <a:rPr spc="-1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dirty="0"/>
              <a:t>RESEARCH,</a:t>
            </a:r>
            <a:r>
              <a:rPr spc="10" dirty="0"/>
              <a:t> </a:t>
            </a:r>
            <a:r>
              <a:rPr spc="-10" dirty="0"/>
              <a:t>NAGPUR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AEE61-67FA-371E-C02C-2D362E3D4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175" y="443865"/>
            <a:ext cx="5420360" cy="423193"/>
          </a:xfrm>
        </p:spPr>
        <p:txBody>
          <a:bodyPr/>
          <a:lstStyle/>
          <a:p>
            <a:r>
              <a:rPr lang="en-US" dirty="0"/>
              <a:t>Code :-</a:t>
            </a:r>
            <a:endParaRPr lang="en-IN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698082E-E21F-D3A8-5DE4-0ABFBCC334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131471"/>
            <a:ext cx="5303838" cy="3202529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A21EB1B7-4C88-6455-7D2A-536065360423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565" y="2131471"/>
            <a:ext cx="5440835" cy="320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774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555B-B3D9-6023-74F5-31B5A12BC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175" y="443865"/>
            <a:ext cx="5420360" cy="423193"/>
          </a:xfrm>
        </p:spPr>
        <p:txBody>
          <a:bodyPr/>
          <a:lstStyle/>
          <a:p>
            <a:r>
              <a:rPr lang="en-US" dirty="0"/>
              <a:t>Output:-</a:t>
            </a:r>
            <a:endParaRPr lang="en-IN" dirty="0"/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2AE365A3-E66F-C7B4-9114-AFE4DF7F310A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1447800"/>
            <a:ext cx="3032698" cy="4313294"/>
          </a:xfrm>
          <a:prstGeom prst="rect">
            <a:avLst/>
          </a:prstGeo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56CFB990-9F94-8902-355C-768FF0C703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447800"/>
            <a:ext cx="2941575" cy="43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122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>
                <a:solidFill>
                  <a:srgbClr val="1F37BD"/>
                </a:solidFill>
                <a:latin typeface="Georgia"/>
                <a:cs typeface="Georgia"/>
              </a:rPr>
              <a:t>THANK</a:t>
            </a:r>
            <a:r>
              <a:rPr sz="3950" spc="114" dirty="0">
                <a:solidFill>
                  <a:srgbClr val="1F37BD"/>
                </a:solidFill>
                <a:latin typeface="Georgia"/>
                <a:cs typeface="Georgia"/>
              </a:rPr>
              <a:t> </a:t>
            </a:r>
            <a:r>
              <a:rPr sz="3950" spc="-25" dirty="0">
                <a:solidFill>
                  <a:srgbClr val="1F37BD"/>
                </a:solidFill>
                <a:latin typeface="Georgia"/>
                <a:cs typeface="Georgia"/>
              </a:rPr>
              <a:t>YOU</a:t>
            </a:r>
            <a:endParaRPr sz="395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13276" y="3365817"/>
            <a:ext cx="393636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18252A"/>
                </a:solidFill>
                <a:latin typeface="Georgia"/>
                <a:cs typeface="Georgia"/>
              </a:rPr>
              <a:t>Address</a:t>
            </a:r>
            <a:r>
              <a:rPr sz="2450" b="1" spc="130" dirty="0">
                <a:solidFill>
                  <a:srgbClr val="18252A"/>
                </a:solidFill>
                <a:latin typeface="Georgia"/>
                <a:cs typeface="Georgia"/>
              </a:rPr>
              <a:t> </a:t>
            </a:r>
            <a:r>
              <a:rPr sz="2450" b="1" dirty="0">
                <a:solidFill>
                  <a:srgbClr val="18252A"/>
                </a:solidFill>
                <a:latin typeface="Georgia"/>
                <a:cs typeface="Georgia"/>
              </a:rPr>
              <a:t>Book</a:t>
            </a:r>
            <a:r>
              <a:rPr sz="2450" b="1" spc="140" dirty="0">
                <a:solidFill>
                  <a:srgbClr val="18252A"/>
                </a:solidFill>
                <a:latin typeface="Georgia"/>
                <a:cs typeface="Georgia"/>
              </a:rPr>
              <a:t> </a:t>
            </a:r>
            <a:r>
              <a:rPr sz="2450" b="1" dirty="0">
                <a:solidFill>
                  <a:srgbClr val="18252A"/>
                </a:solidFill>
                <a:latin typeface="Georgia"/>
                <a:cs typeface="Georgia"/>
              </a:rPr>
              <a:t>in</a:t>
            </a:r>
            <a:r>
              <a:rPr sz="2450" b="1" spc="70" dirty="0">
                <a:solidFill>
                  <a:srgbClr val="18252A"/>
                </a:solidFill>
                <a:latin typeface="Georgia"/>
                <a:cs typeface="Georgia"/>
              </a:rPr>
              <a:t> </a:t>
            </a:r>
            <a:r>
              <a:rPr sz="2450" b="1" spc="-10" dirty="0">
                <a:solidFill>
                  <a:srgbClr val="18252A"/>
                </a:solidFill>
                <a:latin typeface="Georgia"/>
                <a:cs typeface="Georgia"/>
              </a:rPr>
              <a:t>Python</a:t>
            </a:r>
            <a:endParaRPr sz="2450">
              <a:latin typeface="Georgia"/>
              <a:cs typeface="Georgia"/>
            </a:endParaRPr>
          </a:p>
        </p:txBody>
      </p:sp>
      <p:pic>
        <p:nvPicPr>
          <p:cNvPr id="4" name="object 4" descr="img_0_0.jpe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0" y="4295775"/>
            <a:ext cx="1190625" cy="13811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995</Words>
  <Application>Microsoft Office PowerPoint</Application>
  <PresentationFormat>Widescreen</PresentationFormat>
  <Paragraphs>149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Calibri</vt:lpstr>
      <vt:lpstr>Consolas</vt:lpstr>
      <vt:lpstr>Georgia</vt:lpstr>
      <vt:lpstr>Office Theme</vt:lpstr>
      <vt:lpstr>Experiential Learning Project Assessment-I</vt:lpstr>
      <vt:lpstr>Contents</vt:lpstr>
      <vt:lpstr>1. Problem Statement</vt:lpstr>
      <vt:lpstr>2. Objectives</vt:lpstr>
      <vt:lpstr>3. Main Features</vt:lpstr>
      <vt:lpstr>4. Algorithm</vt:lpstr>
      <vt:lpstr>5. Flowchart / Program Logic</vt:lpstr>
      <vt:lpstr>6. Pseudocode</vt:lpstr>
      <vt:lpstr>7. Understanding of Python Logic</vt:lpstr>
      <vt:lpstr>8. Menu-Driven Interface</vt:lpstr>
      <vt:lpstr>9. GitHub Workflow &amp; Collaboration</vt:lpstr>
      <vt:lpstr>10. Expected Result &amp; Conclusion</vt:lpstr>
      <vt:lpstr>Code :-</vt:lpstr>
      <vt:lpstr>Output:-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NEERAJ KHAPRE</cp:lastModifiedBy>
  <cp:revision>1</cp:revision>
  <dcterms:created xsi:type="dcterms:W3CDTF">2026-10-09T10:06:36Z</dcterms:created>
  <dcterms:modified xsi:type="dcterms:W3CDTF">2026-10-09T10:14:51Z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2026-08-21T00:00:00Z</vt:filetime>
  </property>
  <property fmtid="{D5CDD505-2E9C-101B-9397-08002B2CF9AE}" pid="4" name="LastSaved">
    <vt:filetime>2026-10-09T00:00:00Z</vt:filetime>
  </property>
</Properties>
</file>